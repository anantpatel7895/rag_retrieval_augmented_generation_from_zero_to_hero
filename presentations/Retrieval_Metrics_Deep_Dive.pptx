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 DEEP DIVE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Retrievers in RAG Systems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metrics, one shared dataset — how do we know the retriever actually found the right documents?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33472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33472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35424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35424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37376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7376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9328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241280" y="3246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23A5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2412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10698480" cy="1965960"/>
          </a:xfrm>
          <a:prstGeom prst="roundRect">
            <a:avLst>
              <a:gd name="adj" fmla="val 3721"/>
            </a:avLst>
          </a:prstGeom>
          <a:solidFill>
            <a:srgbClr val="22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dataset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663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company's AI support assistant retrieves knowledge-base (KB) articles to answer account questions — e.g.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two-factor authentication (2FA)?”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metric in this deck is computed on the same retrieved ranking, so you can compare what each one actually rewards.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Retrieval Pipeline in RAG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18488"/>
            <a:ext cx="502920" cy="502920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527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1892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2FA?”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852928"/>
            <a:ext cx="502920" cy="502920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1272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query as a vector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566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087368"/>
            <a:ext cx="502920" cy="502920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9959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361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over KB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4800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321808"/>
            <a:ext cx="502920" cy="502920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230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Retrieved Docs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5961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passed to the LLM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6537960" cy="4709160"/>
          </a:xfrm>
          <a:prstGeom prst="roundRect">
            <a:avLst>
              <a:gd name="adj" fmla="val 1553"/>
            </a:avLst>
          </a:prstGeom>
          <a:solidFill>
            <a:srgbClr val="E7EF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349240" y="1645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metric in this deck evaluates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2103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vector database returns its Top-K ranked list,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evaluation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one question: how well does this ranked list match the true set of relevant documents?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017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answers a different flavor of that question: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340156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what we retrieved is actually relevant?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785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everything relevant did we retrieve?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416966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did we surface the first relevant doc?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455371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ranking ordered by relevance quality?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776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anything relevant at all?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53218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 —  </a:t>
            </a:r>
            <a:pPr indent="0" marL="0"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ranking across all relevant docs?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Dataset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92840" cy="960120"/>
          </a:xfrm>
          <a:prstGeom prst="roundRect">
            <a:avLst>
              <a:gd name="adj" fmla="val 7619"/>
            </a:avLst>
          </a:prstGeom>
          <a:solidFill>
            <a:srgbClr val="E7EF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 support-assistant retrieves knowledge-base (KB) articles from a corpus of 200+ docs to answer a user's question.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 </a:t>
            </a:r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two-factor authentication (2FA)?”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Relevant Documents (Corpus)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8463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Grade (0–3)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2FA — Step-by-Step 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Highly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2FA Login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Recovery Overview (covers 2FA reset)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Backup Codes for 2FA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Marginally relevant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366760" y="251460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DF3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41080" y="2670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29992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|R| = 4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34564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relevant docs in the corpus for Query 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41080" y="4069080"/>
            <a:ext cx="2834640" cy="0"/>
          </a:xfrm>
          <a:prstGeom prst="line">
            <a:avLst/>
          </a:prstGeom>
          <a:noFill/>
          <a:ln w="12700">
            <a:solidFill>
              <a:srgbClr val="E3C5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41080" y="41605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0–3 power NDCG later. Every other metric treats grade ≥ 1 as simply “relevant.”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080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query, corpus, and grading will be reused by every metric in this deck.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Retriever's Result — Query 1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database returns this ranked Top-10 list. Every metric below is computed on this exact list.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64592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92240" y="169164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7665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66560" y="238658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67728" y="22768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10 retrieved docs are relevant (KB105, KB103, KB110, KB108) — matching |R| = 4, so every relevant doc in the corpus was eventually found by rank 10.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766560" y="316382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67728" y="30540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relevant doc appears immediately at rank 1 (KB105).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766560" y="39410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67728" y="3831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are scattered across ranks 1, 3, 4, and 6 — not neatly stacked at the top.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6766560" y="471830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67728" y="46085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(0–3) vary even among the relevant docs — KB103 is the best match, KB110 only marginal.</a:t>
            </a:r>
            <a:endParaRPr lang="en-US" sz="118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revisit ranks 1–10 (K=5 and K=10) throughout this deck.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Top K documents returned, Precision@K measures what fraction of them are actually relevant. It tells you how much noise the LLM has to wade through.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Precision@K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retrieve 5 documents and 3 of them are relevant, Precision@5 = 3/5 = 0.6.”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Precision@K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we hand the LLM is useful. Less irrelevant context to distract or mislead the model when it generates an answer.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Precision@K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|R ∩ Dₖ|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40050" y="2578608"/>
            <a:ext cx="2223821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Recall@K: Precision@K divides by K (what you retrieved). Recall@K divides by |R| (what exists). Same numerator, different question.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all relevant documents for the query (ground truth)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77063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top-K retrieved documents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264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 ∩ Dₖ|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relevant documents inside the top 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922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documents retrieved (the denominator is fixed — unlike Recall@K, which divides by |R|)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“How do I reset my 2FA?”  —  using the shared Top-10 ranking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retrieved list and cut it at K = 5: {KB105, KB201, KB103, KB110, KB302}.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60604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514600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as relevant or not: KB105 ✓, KB201 ✗, KB103 ✓, KB110 ✓, KB302 ✗.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48386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392424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relevant hits in the top 5: |R ∩ D₅| = 3.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436168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27024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 = 3 / 5 = 0.6.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13232" y="523951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148072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extend to K = 10: relevant hits = 4 (all of them), so Precision@10 = 4 / 10 = 0.4.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dropped as K grew from 5 to 10 — this is typical. The relevant-doc count saturates at 4, but the denominator keeps growing, so precision falls even though the retriever didn't get worse.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completeness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have perfect precision while missing most relevant docs entirely — it says nothing about recall.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the choice of 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 and Precision@10 on the same ranking can tell very different stories.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relevance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barely-relevant doc and a perfect match both count as one “hit” — quality differences are invisible.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order within 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relevant doc at rank 1 and one at rank K count identically toward the score.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the shortlist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cross-encoder reranker to push irrelevant docs out of the top K before they reach the LLM.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low-confidence matches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results below a similarity threshold instead of always returning a fixed 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query intent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ambiguous queries to a narrower search scope to cut down on noisy matches.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near-identical chunks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Collapsing duplicate/near-duplicate passages frees up slots in K for genuinely relevant docs.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the relevant documents that exist for a query, Recall@K measures how many of them we actually managed to retrieve in the Top K. It tells you how complete the retrieved context 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Recall@K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there are 4 relevant documents and we retrieve 3 of them in the top 5, Recall@5 = 3/4 = 0.75.”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Recall@K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able to retrieve most of the relevant information, giving the LLM a better chance to generate a correct, well-grounded answer.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Recall@K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|R ∩ Dₖ|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40050" y="2578608"/>
            <a:ext cx="2223821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|R|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can only go up (or stay flat) as K increases — you're never penalized for retrieving more, only rewarded for finally including a missing relevant doc.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all relevant documents for the query (ground truth)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77063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top-K retrieved documents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264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 ∩ Dₖ|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relevant documents in the top 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922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relevant documents in the corpus — the denominator is fixed, unlike Precision@K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“How do I reset my 2FA?”  —  |R| = 4 relevant docs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relevant documents for this query: |R| = 4 (KB103, KB105, KB108, KB110).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606040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514600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top 5: {KB105, KB201, KB103, KB110, KB302}.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483864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392424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found in top 5: {KB105, KB103, KB110} → |R ∩ D₅| = 3.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436168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4361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270248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= 3 / 4 = 0.75.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13232" y="523951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5239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148072"/>
            <a:ext cx="5394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K = 10: KB108 also appears by rank 6, so all 4 relevant docs are found → Recall@10 = 4 / 4 = 1.0.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 = 10, the retriever found every relevant document in the corpus — full recall. Note this came at the cost of precision, which fell to 0.4 at the same K (previous slide).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Recall@K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consider ranking order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relevant document at rank 1 and one at rank 10 are treated identically.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consider relevance degree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relevant documents are counted equally, regardless of grade (binary).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ground truth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complete set of relevant documents is hard in real-world, large corpora.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reward low-quality matches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can include many loosely-related-but-technically-relevant docs, diluting quality.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domain-specific or fine-tuned embedding models to capture query intent more accurately.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chunking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smaller, semantic chunks with overlap so relevant passages aren't split or buried.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search (BM25) with vector search to catch lexical matches embeddings miss.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&amp; expansion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Reformulate the query, add synonyms, or issue multi-query retrieval to widen the net.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(Mean Reciprocal Rank)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measures how quickly the FIRST relevant document shows up in the ranking. It's computed per query as 1/rank, then averaged across many queries.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MRR (Mean Reciprocal Rank)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first relevant doc appears at rank 1, RR = 1/1 = 1.0. If it only appears at rank 4, RR = 1/4 = 0.25.”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MRR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(or the LLM) see a relevant document almost immediately — ideal for single-answer lookups like FAQ or account-help chatbots.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MRR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40050" y="2578608"/>
            <a:ext cx="2223821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rank of first relevant doc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only ever looks at the FIRST relevant hit per query — everything after it is ignored, which is what makes MRR different from Recall or MAP.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RRᵧ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Reciprocal Rank for one query q = 1 / (rank of its first relevant doc)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77063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|Q|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queries being evaluated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264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(1/|Q|) × Σ RRᵧ  —  the average reciprocal rank across all queries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922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(1, 2, 3, …) of the first document marked relevant in the ranked list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across two example queries against the KB corpus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(“reset my 2FA”): first relevant doc is KB105, at rank 1 → RR₁ = 1/1 = 1.0.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3405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(“set up 2FA for the first time”): retrieved order is KB305 (✗), KB201 (✓) … — first relevant doc lands at rank 2 → RR₂ = 1/2 = 0.5.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9227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83133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reciprocal ranks: RR₁ + RR₂ = 1.0 + 0.5 = 1.5.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502005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92861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the number of queries: MRR = 1.5 / 2 = 0.75.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(Query 1)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(Query 2)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= 0.75 overall. Query 1's perfect first-rank hit is pulled down by Query 2 needing one extra rank — MRR is very sensitive to just that first hit, per query.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everything after the first hit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that both surface the first relevant doc at rank 1 score identically, even if one buries every other relevant doc at rank 50.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relevance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distinguish a barely-relevant first hit from a perfect one — both give RR = 1.0.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overall recall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nothing about how much of the relevant set was ever found.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variance, per-query swings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unlucky query where the first hit lands at rank 20 can swing the average sharply.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the top slot specifically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reranker focused on the top-1 position often improves MRR more than general recall tuning.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click-through / feedback data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what users actually click first to calibrate the top of the ranking.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for exact intent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phrasing so canonical FAQ articles match the literal query more directly.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canonical documents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ranking boost to designated “main guide” articles for common intents.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Discounted Cumulative Gain rewards BOTH relevance grade and rank position: highly-relevant docs ranked near the top contribute the most; the same doc ranked lower contributes less.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NDCG@K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grade-3 document at rank 1 contributes far more to the score than the same grade-3 document sitting at rank 8.”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NDCG@K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are relevant docs present — the BEST ones are ranked highest, which is exactly the ordering an LLM benefits most from.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NDCG@K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DCG@K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40050" y="2578608"/>
            <a:ext cx="2223821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IDCG@K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log₂(i+1) discount means a relevant doc at rank 1 counts full value, while the same doc at rank 7 counts for roughly a third as much.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(relᵢ / log₂(i+1)) for i = 1..K — gain from each doc, discounted by how deep it sits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77063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DCG of the ideal ranking — the same documents sorted by relevance grade, best first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264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relᵢ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relevance (e.g. 0–3) of the document at rank 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922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DCG@K / IDCG@K — normalized to a 0–1 scale so scores are comparable across queries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K = 5  —  using the graded relevance from the shared retrieved ranking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309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(relᵢ)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log₂(i+1)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relᵢ / log₂(i+1)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49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DCG@5 = 2.000 + 0 + 1.500 + 0.431 + 0 = 3.931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60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ranking (sorted by grade, best first) → IDCG@5: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6309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1081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IDCG@5 = 3.000 + 1.262 + 1.000 + 0.431 = 5.693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49440" y="155448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6949440" y="3611880"/>
            <a:ext cx="480060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22376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411480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3.931 / 5.693 = 0.69. Our ranking isn't ideal — KB103 (grade 3, the best doc) sits at rank 3 instead of rank 1, so it's discounted more than it should be. At K=10 the score rises to 0.82 as the remaining relevant doc (KB108) is folded in, even though it's still not perfectly placed.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4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graded relevance labels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0–3 (or finer) relevance judgments is far more expensive than simple yes/no labels.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function is a choice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log₂(i+1) discount is a convention, not a law — different bases change how steeply rank is penalized.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 needs a known ideal ranking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the normalizer requires complete, correctly-graded ground truth for every query.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the top ranks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deep in the list barely move the score due to the discount curve flattening out.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graded relevance data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multi-level relevance annotation (0–3 or 0–4) rather than binary labels.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Learning-to-rank with listwise loss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rerankers directly on NDCG-style objectives (e.g. LambdaMART, LambdaRank).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cross-encoder on graded pairs to reorder the top-K by predicted relevance.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discount to your use case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the top 1–2 results matter (e.g. voice assistant), tune K and the discount accordingly.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asks the simplest possible question: did the top K results contain AT LEAST ONE relevant document? It's a binary pass/fail per query, then averaged across many queries.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Hit Rate@K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8 of 10 test queries find at least one relevant doc in their top 5, Hit Rate@5 = 8/10 = 0.8.”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Hit Rate@K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almost never comes back completely empty-handed — a useful coarse health check, though it says nothing about how good the hit is.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 set of queries: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Hit Rate@K</a:t>
            </a:r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(1 / |Q|)  ×  Σ</a:t>
            </a:r>
            <a:pPr indent="0" marL="0">
              <a:buNone/>
            </a:pPr>
            <a:r>
              <a:rPr lang="en-US" sz="22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1[ |R</a:t>
            </a:r>
            <a:pPr indent="0" marL="0">
              <a:buNone/>
            </a:pPr>
            <a:r>
              <a:rPr lang="en-US" sz="22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∩ D</a:t>
            </a:r>
            <a:pPr indent="0" marL="0">
              <a:buNone/>
            </a:pPr>
            <a:r>
              <a:rPr lang="en-US" sz="22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q,K</a:t>
            </a:r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 &gt; 0 ]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1247120" cy="2880360"/>
          </a:xfrm>
          <a:prstGeom prst="roundRect">
            <a:avLst>
              <a:gd name="adj" fmla="val 2540"/>
            </a:avLst>
          </a:prstGeom>
          <a:solidFill>
            <a:srgbClr val="E7EF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474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89534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840480"/>
            <a:ext cx="10332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1[·]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indicator function — equals 1 if the condition inside is true, 0 otherwise.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46684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466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411980"/>
            <a:ext cx="10332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 ∩ Dq,K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documents that appear in query q's top-K retrieved list.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03834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983480"/>
            <a:ext cx="10332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|Q|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number of queries evaluated.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609844"/>
            <a:ext cx="292608" cy="29260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6098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554980"/>
            <a:ext cx="103327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of queries with at least one relevant hit in their top K — a coarse, binary-per-query health check.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Query 1 and Query 2 at K =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(“reset my 2FA”): top 5 contains KB105, KB103, KB110 — 3 relevant docs present → at least one hit → Hit = 1.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3405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(“set up 2FA for the first time”): top 5 contains KB201 and KB210 — relevant docs present → Hit = 1.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9227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83133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queries pass — so far, 2 out of 2 queries hit.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502005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92861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only cares whether the count is &gt; 0, not whether it's 1 or 5 relevant docs.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 both example queries succeed. But Hit Rate is only meaningful averaged over many queries — let's add a third query where retrieval actually fails, on the next slide.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A Failure Example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5321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“How do I change my email address?”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KB501 and KB502 (“Change your account email” and “Verifying a new email”) are the only relevant docs.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032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75488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FDEA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8920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confused “email address” with unrelated account-settings docs (KB101–105 are all about 2FA). Zero relevant docs retrieved → Hit = 0.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32588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223A5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15361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across all 3 queries</a:t>
            </a:r>
            <a:endParaRPr lang="en-US" sz="14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965960"/>
          <a:ext cx="4937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914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1 (2FA reset)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relevant docs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CE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2 (2FA setup)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relevant docs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CE0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3 (change email)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relevant docs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A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5E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53796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Rate@5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4526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(1 + 1 + 0) / 3 = 0.667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51663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 of queries returned at least one relevant document in their top 5.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5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Rate@K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coarse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relevant doc among 50 junk results scores exactly the same as finding all of them — no notion of quality.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ranking order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hit at rank 1 and a hit at rank K are counted identically.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Insensitive to precision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nothing about how much noise surrounds the one relevant hit.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 fine-grained comparisons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can tie on Hit Rate while one is clearly better on every other metric.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K thoughtfully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 larger K can raise Hit Rate, but pair it with Precision@K so you're not just padding noise.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retrieval sources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multiple retrievers or indices so at least one is likely to surface a relevant doc.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as fallback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BM25/keyword fallback for queries where embeddings alone miss the relevant docs.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alongside Recall/Precision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Hit Rate as a quick sanity check, not a standalone quality metric.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(Mean Average Precision)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031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rewards ranking ALL relevant documents highly — not just the first one. For each query it averages precision at every rank where a relevant doc appears, then averages that across all queries.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34340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280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comparison table at the end of this deck to see how MAP (Mean Average Precision) relates to the other five retrieval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relevant docs appear at ranks where precision is 1.0, 0.67, and 0.75, Average Precision blends those into a single per-query score.”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MAP means: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consistently pushes relevant documents toward the top across the ENTIRE relevant set, for query after query — the most holistic ranking-quality signal in this deck.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— Mathematical Definition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query: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0116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140050" y="2578608"/>
            <a:ext cx="2223821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|Q|  ×  Σq APq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DF3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1605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only looks at the FIRST relevant hit. MAP looks at EVERY relevant hit's rank via a running precision — that's the key difference between the two.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11226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56832" y="19476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 for query q = (1/|Rq|) × Σₖ P@k · rel(k), summed over ranks where a relevant doc appears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277063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P@k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computed at the exact rank k where a relevant document sits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3264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rel(k)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the doc at rank k is relevant, 0 otherwise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408736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9227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of APq across all |Q| queries — MAP is the average of per-query Average Precisions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Average Precision for Query 1 (full Top-10 ranking, |R| = 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docs land at ranks 1, 3, 4, and 6 in the Top-10 list.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3405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each of those ranks: P@1 = 1/1 = 1.00,  P@3 = 2/3 = 0.667,  P@4 = 3/4 = 0.75,  P@6 = 4/6 = 0.667.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9227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83133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those precisions: 1.00 + 0.667 + 0.75 + 0.667 = 3.083.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502005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92861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|R| = 4 (total relevant docs for this query): AP₁ = 3.083 / 4 = 0.771.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(Query 1)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 reflects strong-but-imperfect ranking: precision starts at a perfect 1.0 at rank 1, dips as irrelevant docs are interleaved, but recovers each time another relevant doc appears.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— Step-by-Step Calculation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Average Precision for Query 2, then average across both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72821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163677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 (“set up 2FA for the first time”), |R₂| = 3: relevant docs land at ranks 2, 3, and 5.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3405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at those ranks: P@2 = 1/2 = 0.5,  P@3 = 2/3 = 0.667,  P@5 = 3/5 = 0.6.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13232" y="392277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83133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AP₂ = (0.5 + 0.667 + 0.6) / 3 = 1.767 / 3 = 0.589.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13232" y="5020056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928616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(AP₁ + AP₂) / 2 = (0.771 + 0.589) / 2 = 0.680.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223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(Query 2)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011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2286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949440" y="3566160"/>
            <a:ext cx="4800600" cy="2697480"/>
          </a:xfrm>
          <a:prstGeom prst="roundRect">
            <a:avLst>
              <a:gd name="adj" fmla="val 2712"/>
            </a:avLst>
          </a:prstGeom>
          <a:solidFill>
            <a:srgbClr val="E4F6E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23760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4087368"/>
            <a:ext cx="4251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= 0.68 summarizes ranking quality across both queries in one number. Query 1's stronger ranking (0.77) is averaged down by Query 2's slightly weaker one (0.59).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6 OF 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— Limits &amp; Improvements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D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2938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complete judgments per query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APq exactly requires knowing every relevant doc for every query — expensive to label at scale.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292379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relevance by default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 treats relevance as yes/no; capturing graded quality needs an NDCG-style extension.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91820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 per query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with 1 relevant doc counts the same as one with 50 — can hide uneven performance.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912614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to compute at scale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precision at every relevant rank across a large corpus costs more than a simple top-K check.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37160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E4F6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15087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Improve 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28232" y="192938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28232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187452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Hard-negative mining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with the specific irrelevant docs the model currently ranks too high, not just random negatives.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292379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28232" y="29237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86893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/ listwise learning-to-rank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directly for ordering across the whole list, not just top-K classification.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28232" y="391820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28232" y="39182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386334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relevance-judgment collection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labeling for queries where AP is uncertain or historically low.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28232" y="4912614"/>
            <a:ext cx="292608" cy="29260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28232" y="491261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857750"/>
            <a:ext cx="4617720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rerankers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multiple rerankers to lift relevant docs consistently across the entire ranked list, not just the top few.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Metrics vs. Each Other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1097280"/>
                <a:gridCol w="1097280"/>
                <a:gridCol w="1280160"/>
                <a:gridCol w="338328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what we retrieved is relevant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Controlling noise in LLM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of everything relevant we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/ completeness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of the first relevant hit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Single-answer QA &amp; chatbots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Quality-weighted ranking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quality with graded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we find anything relevant at 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Quick, coarse sanity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quality across all relevant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Holistic system-vs-system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233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Metric Should You Use, When?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384048" cy="38404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63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in there at all?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64008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6304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or Recall@K — quick coverage checks.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688336"/>
            <a:ext cx="384048" cy="38404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4871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retrieval too noisy for the LLM's context window?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532888"/>
            <a:ext cx="0" cy="64008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48716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— measures how much of what you retrieved is useful.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712464"/>
            <a:ext cx="384048" cy="38404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112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very first result matter most (chatbot, voice assistant)?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3557016"/>
            <a:ext cx="0" cy="64008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51129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rewards surfacing a relevant doc immediately.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443984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736592"/>
            <a:ext cx="384048" cy="38404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535424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graded relevance labels and care about ordering quality?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9320" y="4581144"/>
            <a:ext cx="0" cy="64008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453542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— the only metric here that uses relevance grades.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5468112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5760720"/>
            <a:ext cx="384048" cy="384048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34440" y="555955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ranking systems holistically?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89320" y="5605272"/>
            <a:ext cx="0" cy="64008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555955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averages ranking quality across every relevant doc, every query.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4650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tells the whole story — pair Precision/Recall with a ranking-aware metric like MRR, NDCG, or MAP.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9748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6946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trade off against each other — tune K per use case (tight LLM context vs. exhaustive search).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2044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9242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and MAP reward good ordering, not just good retrieval — they distinguish “found it” from “found it near the top.”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4340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21538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is the only metric here that uses graded relevance, not just binary relevant/irrelevant.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6636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834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Rate@K is a fast, coarse check — pair it with Recall@K for a real completeness signal.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22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598932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989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6130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underlying retriever with better embeddings, hybrid search, smarter chunking, and rerankers — then track these metrics over time in production.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2026-09-21T12:49:12Z</dcterms:created>
  <dcterms:modified xsi:type="dcterms:W3CDTF">2026-09-21T12:49:12Z</dcterms:modified>
</cp:coreProperties>
</file>