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223A5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223A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METRIC DEEP DIVE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Precision@K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what we retrieved is actually relevant?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10698480" cy="2697480"/>
          </a:xfrm>
          <a:prstGeom prst="roundRect">
            <a:avLst>
              <a:gd name="adj" fmla="val 2712"/>
            </a:avLst>
          </a:prstGeom>
          <a:solidFill>
            <a:srgbClr val="223A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456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our shared dataset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8404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queries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(2FA reset · 2FA setup · change email) against a shared SaaS knowledge-base corpus, retrieved by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systems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naive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(embedding similarity only) and an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 (hybrid search + cross-encoder reranker).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1560" y="5074920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507492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14016" y="5074920"/>
            <a:ext cx="72237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414016" y="5074920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3552" y="5074920"/>
            <a:ext cx="72237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73552" y="5074920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33088" y="5074920"/>
            <a:ext cx="1426464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33088" y="50749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96712" y="5074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96712" y="5074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Failure Modes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62672" y="507492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62672" y="507492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26880" y="5074920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26880" y="507492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INTUITION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Precision@K Measure?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plain-English version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574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 a query to your retriever. It comes back with K documents.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asks one question: </a:t>
            </a:r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K documents it handed back, how many were actually useful?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475488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50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2519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 hand these K documents to my LLM (or a human), what fraction of its reading time is well spent?”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137160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E7EF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69164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we retrieve 5 documents and 3 of them are relevant, Precision@5 = 3/5 = 0.6.”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28803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4F6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0358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Precision@K means: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36499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everything handed to the LLM is useful — little irrelevant context to distract or mislead it while generating an answer.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38912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DEA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45445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Precision@K means: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86460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has to wade through noise — irrelevant chunks compete for attention and can dilute or derail the generated answer.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DEFINITION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Precision@K — Mathematical Definition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query: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57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Precision@K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05740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|R ∩ Dₖ|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96666" y="2624328"/>
            <a:ext cx="1876349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DF3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37083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across queries: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= (1/|Q|) × Σ Precision@K per query — exactly how we'll report a single Precision@5 number for our 3-query dataset.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11226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56832" y="19476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all relevant documents for the query (ground truth)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298094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56832" y="281635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Dₖ =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top-K documents the retriever returned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384962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56832" y="368503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 ∩ Dₖ| =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relevant documents inside those top K — the “hits”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471830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56832" y="455371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documents retrieved. This is the fixed denominator — unlike Recall@K, which divides by |R| instead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DATA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1, Baseline System — Retrieved Documents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92840" cy="777240"/>
          </a:xfrm>
          <a:prstGeom prst="roundRect">
            <a:avLst>
              <a:gd name="adj" fmla="val 9412"/>
            </a:avLst>
          </a:prstGeom>
          <a:solidFill>
            <a:srgbClr val="E7EF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17320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1:  </a:t>
            </a:r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reset my two-factor authentication (2FA)?”   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  |R| = 4  (KB103, KB105, KB108, KB110)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7772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3383280"/>
                <a:gridCol w="14630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Troubleshooting 2FA Login Errors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2FA — Setup Guide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2FA — Step-by-Step Guide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Backup Codes for 2FA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FAQ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Recovery Overview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KB410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/ Password Help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KB120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 FAQ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KB130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 FAQ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KB140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 FAQ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58200" y="2240280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686800" y="23957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table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0" y="2843784"/>
            <a:ext cx="73152" cy="73152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869680" y="273405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Baseline system's ranked list — plain embedding similarity search, no reranking.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8686800" y="3739896"/>
            <a:ext cx="73152" cy="73152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869680" y="363016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10 retrieved docs are relevant, matching |R| = 4 — nothing was missed by rank 10.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686800" y="4636008"/>
            <a:ext cx="73152" cy="73152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869680" y="4526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relevant docs are scattered: ranks 1, 3, 4, and 6 — with irrelevant KB201 and KB302 mixed in near the top.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8686800" y="5532120"/>
            <a:ext cx="73152" cy="73152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869680" y="542239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use this exact list for the step-by-step Precision@K calculation next.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CALCULATION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Precision@K — Step-by-Step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1, Baseline system — using the ranked list from the previous slide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55648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1682496"/>
            <a:ext cx="53949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retrieved list at K = 5: {KB105, KB201, KB103, KB110, KB302}.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2502408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502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429256"/>
            <a:ext cx="53949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as relevant or not: KB105 ✓, KB201 ✗, KB103 ✓, KB110 ✓, KB302 ✗.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3249168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249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176016"/>
            <a:ext cx="53949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hits: |R ∩ D₅| = 3 relevant documents.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" y="3995928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3922776"/>
            <a:ext cx="53949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 = 3 / 5 = 0.6.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" y="4742688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4742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4669536"/>
            <a:ext cx="53949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cut at K = 10 instead: all 4 relevant docs are in the list, so |R ∩ D₁₀| = 4.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13232" y="5489448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5489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" y="5416296"/>
            <a:ext cx="539496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Precision@10 = 4 / 10 = 0.4.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49440" y="150876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223A5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2376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93268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Precision@10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</a:t>
            </a:r>
            <a:endParaRPr lang="en-US" sz="3400" dirty="0"/>
          </a:p>
        </p:txBody>
      </p:sp>
      <p:sp>
        <p:nvSpPr>
          <p:cNvPr id="32" name="Shape 30"/>
          <p:cNvSpPr/>
          <p:nvPr/>
        </p:nvSpPr>
        <p:spPr>
          <a:xfrm>
            <a:off x="6949440" y="3611880"/>
            <a:ext cx="4800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223760" y="3767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4114800"/>
            <a:ext cx="4251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the top-5 results are useful — a reasonable but noisy shortlist. Precision drops to 40% by K=10 as we include more results without finding new relevant docs beyond rank 6. This is the expected pattern: precision tends to fall (or stay flat) as K grows, since the denominator grows but the relevant-doc count eventually saturates.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1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 Precision Can Still Mean You Missed Almost Everything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5321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4813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1, Baseline system, but now we only look at the very top result — K = 1.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68880"/>
          <a:ext cx="4754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 = 1 / 1 = 1.0  —  a perfect score.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3886200"/>
            <a:ext cx="4754880" cy="1965960"/>
          </a:xfrm>
          <a:prstGeom prst="roundRect">
            <a:avLst>
              <a:gd name="adj" fmla="val 3721"/>
            </a:avLst>
          </a:prstGeom>
          <a:solidFill>
            <a:srgbClr val="FDEAE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40233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there are 4 relevant docs in total…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315968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 = 4  (KB103, KB105, KB108, KB110)
</a:t>
            </a:r>
            <a:endParaRPr lang="en-US" sz="11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3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 = 1 / 4 = 0.25
</a:t>
            </a:r>
            <a:endParaRPr lang="en-US" sz="11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the relevant knowledge-base content — KB103, KB108, KB110 — never reaches the LLM at K=1, even though precision reports a flawless 1.0.</a:t>
            </a:r>
            <a:endParaRPr lang="en-US" sz="1130" dirty="0"/>
          </a:p>
        </p:txBody>
      </p:sp>
      <p:sp>
        <p:nvSpPr>
          <p:cNvPr id="14" name="Shape 11"/>
          <p:cNvSpPr/>
          <p:nvPr/>
        </p:nvSpPr>
        <p:spPr>
          <a:xfrm>
            <a:off x="6263640" y="132588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223A5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3796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failure, in one line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1920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only ever looks INSIDE the K documents you retrieved. It has no way to see, or care about, what you left out.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37960" y="2788920"/>
            <a:ext cx="4846320" cy="0"/>
          </a:xfrm>
          <a:prstGeom prst="line">
            <a:avLst/>
          </a:prstGeom>
          <a:noFill/>
          <a:ln w="12700">
            <a:solidFill>
              <a:srgbClr val="3A4E7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37960" y="2926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in practice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324612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always retrieves exactly 1 document and gets it right will show Precision@1 = 1.0 forever — looking “perfect” on this metric alone, while silently missing most of the useful knowledge base on every multi-fact query.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37960" y="4572000"/>
            <a:ext cx="4846320" cy="0"/>
          </a:xfrm>
          <a:prstGeom prst="line">
            <a:avLst/>
          </a:prstGeom>
          <a:noFill/>
          <a:ln w="12700">
            <a:solidFill>
              <a:srgbClr val="3A4E7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37960" y="470916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isn't a different formula — it's a different metric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502920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report Precision@K next to Recall@K. Precision alone can hide a retriever that's technically accurate but practically useless.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2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Ranking Can Look Great or Mediocre — Depending on 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Baseline ranking for Query 1, scored at four different cutoffs: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126480"/>
                <a:gridCol w="1645920"/>
                <a:gridCol w="25603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 Docs (in rank order)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Hits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KB105, KB201, KB103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KB105, KB201, KB103, KB110, KB302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+ KB108, KB410, KB120, KB130, KB140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846320"/>
            <a:ext cx="11292840" cy="1280160"/>
          </a:xfrm>
          <a:prstGeom prst="roundRect">
            <a:avLst>
              <a:gd name="adj" fmla="val 5714"/>
            </a:avLst>
          </a:prstGeom>
          <a:solidFill>
            <a:srgbClr val="FDEA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5010912"/>
            <a:ext cx="10744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failure: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retriever, one ranking, four wildly different “scores” — from a perfect 1.00 down to 0.40 — just by changing where we cut the list. Report Precision@1 and this system looks flawless; report Precision@10 and it looks mediocre.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is only meaningful once K is fixed to match how the results are actually used (e.g. K = however many chunks fit in the LLM's context).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3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Very Different Rankings Can Score Identically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documents, same relevant set — just reordered. Query 1, K = 5.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  (the actual Baseline)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" y="4251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relevant doc at rank 1 — useful immediately.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3796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B  (hypothetical reorder)</a:t>
            </a:r>
            <a:endParaRPr lang="en-US" sz="13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537960" y="4251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relevant doc at rank 3 — both irrelevant docs read first.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4983480"/>
            <a:ext cx="11292840" cy="1234440"/>
          </a:xfrm>
          <a:prstGeom prst="roundRect">
            <a:avLst>
              <a:gd name="adj" fmla="val 5926"/>
            </a:avLst>
          </a:prstGeom>
          <a:solidFill>
            <a:srgbClr val="FDEAE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138928"/>
            <a:ext cx="10744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 Precision@5 = 3 / 5 = 0.60 — identical. 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Ranking A is clearly better for anyone reading top-to-bottom — it surfaces a relevant doc immediately, while Ranking B makes the reader (or LLM) wade through two irrelevant docs first. Precision@K counts </a:t>
            </a:r>
            <a:pPr indent="0" marL="0">
              <a:lnSpc>
                <a:spcPct val="125000"/>
              </a:lnSpc>
              <a:buNone/>
            </a:pPr>
            <a:r>
              <a:rPr lang="en-US" sz="1230" b="1" i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membership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— it can't see order. Metrics like MRR and NDCG (covered in their own decks) are built specifically to catch this difference.</a:t>
            </a:r>
            <a:endParaRPr lang="en-US" sz="12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4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Swapping a Great Document for a Mediocre One Doesn't Move the Score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1, Improved system, K = 5. Compare the real ranking to a hypothetical swap at rank 5: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ranking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109728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8592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" y="4434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5 (KB110) is only marginally relevant — grade 1 of 3.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3796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Hypothetical: swap rank 5</a:t>
            </a:r>
            <a:endParaRPr lang="en-US" sz="13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109728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8592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KB999*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537960" y="4434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*KB999 = a hypothetical grade-3 (highly relevant) doc replacing KB110.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5166360"/>
            <a:ext cx="11292840" cy="1143000"/>
          </a:xfrm>
          <a:prstGeom prst="roundRect">
            <a:avLst>
              <a:gd name="adj" fmla="val 6400"/>
            </a:avLst>
          </a:prstGeom>
          <a:solidFill>
            <a:srgbClr val="FDEAE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321808"/>
            <a:ext cx="10744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 Precision@5 = 4 / 5 = 0.80 — unchanged. 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upgraded a marginally-relevant document (grade 1) to a highly-relevant one (grade 3) — an objective quality improvement — and Precision@K can't see it at all. It only counts “relevant vs. not,” never “how relevant.” NDCG@K is the metric built to reward exactly this kind of upgrade.</a:t>
            </a:r>
            <a:endParaRPr lang="en-US" sz="12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HOW TO IMPROVE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Systems, Same Queries — What Changed?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plain embedding similarity.  Improved = hybrid (BM25 + vector) search + a cross-encoder reranker.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1: “reset my 2FA” — top 5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 ✓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 ✓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 ✗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KB108 ✓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 ✓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 ✓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 ✓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 ✗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 ✗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 ✓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" y="4572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reranker recognized KB108 (“Account Recovery Overview”) as relevant despite different wording, promoting it from rank 6 → rank 2, pushing irrelevant KB201 out of the top 5 entirely.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4406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3796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3: “change my email” — top 5</a:t>
            </a:r>
            <a:endParaRPr lang="en-US" sz="13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KB101 ✗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KB501 ✓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KB102 ✗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KB502 ✓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 ✗*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KB410 ✗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KB104 ✗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KB420 ✗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 ✗*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KB430 ✗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537960" y="4572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embeddings confused “email address” with 2FA content (*KB103/KB105 are Query 1's docs, wrongly surfaced here). Hybrid search's keyword layer correctly matched KB501/KB502 — a complete miss fixed to 2 hits.</a:t>
            </a:r>
            <a:endParaRPr lang="en-US" sz="108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5349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let's put numbers on exactly how much this improved Precision@5.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HOW TO IMPROVE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Precision@5 — Before vs. After, All 3 Queries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1645920"/>
                <a:gridCol w="1645920"/>
                <a:gridCol w="9144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|R|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P@5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P@5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— reset 2FA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 = 0.60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 = 0.80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— set up 2FA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 = 0.60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 = 0.60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592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— change 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0/5 = 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2/5 = 0.40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66760" y="137160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223A5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41080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Precision@5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C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 absolute  —  a 50% relative increase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5623560"/>
            <a:ext cx="11292840" cy="822960"/>
          </a:xfrm>
          <a:prstGeom prst="roundRect">
            <a:avLst>
              <a:gd name="adj" fmla="val 8889"/>
            </a:avLst>
          </a:prstGeom>
          <a:solidFill>
            <a:srgbClr val="E4F6E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576072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 is uneven and traceable: Q3 improved most (a total miss fixed by hybrid search), Q1 improved via reranking, and Q2 didn't move at all — same 3 relevant docs were retrieved either way, just reordered. More on that next.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HOW TO IMPROVE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Technique Fixed What?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(BM25 + vector)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84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Query 3's total miss: pure embeddings confused “email address” with 2FA content; the keyword layer correctly matched KB501/KB502.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85800" y="3566160"/>
            <a:ext cx="3200400" cy="0"/>
          </a:xfrm>
          <a:prstGeom prst="line">
            <a:avLst/>
          </a:prstGeom>
          <a:noFill/>
          <a:ln w="12700">
            <a:solidFill>
              <a:srgbClr val="C9E5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0.00 → 0.40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084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Query 1's ranking: recognized KB108 (“Account Recovery Overview”) as relevant despite different wording and promoted it into the top 5.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526280" y="3566160"/>
            <a:ext cx="3200400" cy="0"/>
          </a:xfrm>
          <a:prstGeom prst="line">
            <a:avLst/>
          </a:prstGeom>
          <a:noFill/>
          <a:ln w="12700">
            <a:solidFill>
              <a:srgbClr val="C9E5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0.60 → 0.80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chunking / metadata filtering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084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exercised in this dataset, but would typically help when a relevant passage is buried inside an oversized chunk or excluded by a bad filter.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366760" y="3566160"/>
            <a:ext cx="3200400" cy="0"/>
          </a:xfrm>
          <a:prstGeom prst="line">
            <a:avLst/>
          </a:prstGeom>
          <a:noFill/>
          <a:ln w="12700">
            <a:solidFill>
              <a:srgbClr val="C9E5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shown here)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11292840" cy="1737360"/>
          </a:xfrm>
          <a:prstGeom prst="roundRect">
            <a:avLst>
              <a:gd name="adj" fmla="val 4211"/>
            </a:avLst>
          </a:prstGeom>
          <a:solidFill>
            <a:srgbClr val="FDF3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498848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caveat: reranking alone didn't move Query 2 at all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846320"/>
            <a:ext cx="1074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Improved retrieved the </a:t>
            </a:r>
            <a:pPr indent="0" marL="0">
              <a:lnSpc>
                <a:spcPct val="130000"/>
              </a:lnSpc>
              <a:buNone/>
            </a:pPr>
            <a:r>
              <a:rPr lang="en-US" sz="123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same 3 relevant documents</a:t>
            </a:r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Query 2 — just in a different order (KB305 moved from rank 1 to rank 5). Precision@5 = 0.60 in both cases, because </a:t>
            </a:r>
            <a:pPr indent="0" marL="0">
              <a:lnSpc>
                <a:spcPct val="130000"/>
              </a:lnSpc>
              <a:buNone/>
            </a:pPr>
            <a:r>
              <a:rPr lang="en-US" sz="1230" b="1" i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 the top-K set doesn't change what's inside it.</a:t>
            </a:r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is Failure Mode #3 showing up in real improvement data: reranking clearly helped the user experience (a relevant doc now appears first instead of last), but Precision@K — by design — can't register that gain. A ranking-aware metric like MRR would.</a:t>
            </a:r>
            <a:endParaRPr lang="en-US" sz="12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Precision@K — What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01368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55064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answers “how much of what we retrieved is useful,” never “did we find everything” — always report it alongside Recall@K.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42616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496312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fixed-denominator (K) by design — unlike Recall@K, which divides by |R|. That's the one-line way to remember the difference between the two formulas.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483864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37560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of K must match how results are actually used — K = however many chunks realistically fit the LLM's context window, not an arbitrary round number.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548640" y="412394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325112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178808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see ranking order or relevance grade — pair it with MRR/NDCG/MAP (their own decks) whenever ranking quality matters, not just set membership.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548640" y="49651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166360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020056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dataset, hybrid search fixed a total miss (Query 3) and reranking fixed a wording mismatch (Query 1) — but reranking alone left Query 2 unchanged, since it only reordered an already-correct set.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6007608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6007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861304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two systems tie on Precision@K, don't assume they're equally good — check Recall@K, MRR, and NDCG@K before deciding.</a:t>
            </a:r>
            <a:endParaRPr lang="en-US" sz="1220" dirty="0"/>
          </a:p>
        </p:txBody>
      </p:sp>
      <p:sp>
        <p:nvSpPr>
          <p:cNvPr id="29" name="Text 27"/>
          <p:cNvSpPr txBox="1"/>
          <p:nvPr/>
        </p:nvSpPr>
        <p:spPr>
          <a:xfrm>
            <a:off x="11292840" y="65196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2026-09-22T05:31:57Z</dcterms:created>
  <dcterms:modified xsi:type="dcterms:W3CDTF">2026-09-22T05:31:57Z</dcterms:modified>
</cp:coreProperties>
</file>