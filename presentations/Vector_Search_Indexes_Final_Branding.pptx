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SEARCH INDEXES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828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SEARCH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</a:t>
            </a:r>
            <a:pPr indent="0" marL="0">
              <a:buNone/>
            </a:pPr>
            <a:r>
              <a:rPr lang="en-US" sz="44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 DETAILED GUIDE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search billions of embeddings fast — without checking every vector.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search vectors, not text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search, RAG, recommendations, and image search all store data as vectors (embeddings) — typically 384–3072 dimensions.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love machine learning."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[0.123, -0.992, 0.445, ..., 0.381]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434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a query comes in, we convert it to a vector and search for the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 vectors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this is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 Neighbor Search (NNS).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 we need indexes?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 every vector one by one becomes increasingly expensive as datasets grow.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3552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million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98464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10" name="Text 8"/>
          <p:cNvSpPr/>
          <p:nvPr/>
        </p:nvSpPr>
        <p:spPr>
          <a:xfrm>
            <a:off x="5998464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million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23376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723376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billion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12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AN 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 →  compare with Vector 1, Vector 2, Vector 3, ... Vector N  →  sort  →  return closest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complexity:  </a:t>
            </a:r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 the number of comparisons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trying to return almost the same results.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MAJOR APPROACHES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search vs. Approximate Nearest Neighbor (ANN)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246120"/>
          </a:xfrm>
          <a:prstGeom prst="roundRect">
            <a:avLst>
              <a:gd name="adj" fmla="val 1972"/>
            </a:avLst>
          </a:prstGeom>
          <a:solidFill>
            <a:srgbClr val="12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SEARCH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the mathematically correct nearest neighbors.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100% recall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Perfect accuracy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Slow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Expensive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5532120" cy="3246120"/>
          </a:xfrm>
          <a:prstGeom prst="roundRect">
            <a:avLst>
              <a:gd name="adj" fmla="val 1972"/>
            </a:avLst>
          </a:prstGeom>
          <a:solidFill>
            <a:srgbClr val="121B2E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APPROXIMATE (ANN)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vectors that are almost always the nearest neighbors.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Very fast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Scales to billions of vectors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550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4160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May miss a few true neighbors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(typical recall: 95–99.9%)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B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production AI systems use </a:t>
            </a:r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 — EXACT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Index: how it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called: Flat · Brute Force · Exhaustive Search · IndexFlatL2 (FAISS). No index is built — every query compares against every vector.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36392" y="2514600"/>
            <a:ext cx="137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1, 2, 3 ... 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61304" y="2514600"/>
            <a:ext cx="137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98464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distances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86216" y="2514600"/>
            <a:ext cx="137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23376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4816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Top-K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12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Search: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
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Memory: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vectors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80760" y="3840480"/>
            <a:ext cx="5532120" cy="1737360"/>
          </a:xfrm>
          <a:prstGeom prst="roundRect">
            <a:avLst>
              <a:gd name="adj" fmla="val 3684"/>
            </a:avLst>
          </a:prstGeom>
          <a:solidFill>
            <a:srgbClr val="12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343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Dataset: 10,000 vectors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compare all 10,000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 and accurate.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Index: trade-offs and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Perfect accuracy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preprocessing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tuning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Easy to implement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Slow on large datasets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Doesn't scale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datasets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47872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truth generation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97696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HIERARCHICAL NAVIGABLE SMALL WORLD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the main idea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of the most popular ANN algorithms. Used by Milvus, Qdrant, Weaviate, pgvector, OpenSearch, and Elasticsearch.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B27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checking every vector, HNSW builds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each vector connects to nearby vectors. Searching becomes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navigation.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57400" y="388620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388620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886200"/>
            <a:ext cx="0" cy="128016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3886200"/>
            <a:ext cx="0" cy="128016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3886200"/>
            <a:ext cx="0" cy="128016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516636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516636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5166360"/>
            <a:ext cx="0" cy="91440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36576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36576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6576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0" y="493776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0" y="493776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0" y="5852160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5852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the multi-layer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737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fewest nodes — long-distance navigation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163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81635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 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9534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89534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 E   F   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7433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7433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497433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 vectors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497433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nodes — local refinement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layers: fewer nodes, long jumps.   Lower layers: many nodes, fine-grained refinement.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the search process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Suppose the query is near node 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at top layer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87752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52344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3784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to closest node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91456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56048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59752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98864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63456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4896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 nearest neighbors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490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checking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million vectors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maybe only a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 thousand nodes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 visited.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important parameters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neighbors per node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recall, more memory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2359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smaller graph, faster build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210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32 · 48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10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efConstruction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37673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index 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slower build, better graph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3657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100–400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73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efSearch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52303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search 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846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recall, slower search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5120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50–300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trade-offs and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Extremely fast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Excellent recall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clustering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Good for dynamic inserts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High RAM usage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Slow index construction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semantic search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47872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97696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systems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INVERTED FILE INDEX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IVF, step 1: cluster the vectors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called IVF / IVFFlat. Instead of graph navigation, IVF partitions the dataset.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 vectors  →  clustered into  1,000 centroids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84448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○ ○ 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88536" y="2834640"/>
            <a:ext cx="3584448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297180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71416" y="3429000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○ 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28432" y="2834640"/>
            <a:ext cx="3584448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97180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1312" y="3429000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○ ○ ○ 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cluster groups nearby vectors around a centroid.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IVF, step 2: search only the nearest cluster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84448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33088" y="178308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8536" y="1783080"/>
            <a:ext cx="3584448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9976" y="178308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nearest centroid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2984" y="178308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28432" y="1783080"/>
            <a:ext cx="3584448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78308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only inside that cluster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64240" cy="1463040"/>
          </a:xfrm>
          <a:prstGeom prst="roundRect">
            <a:avLst>
              <a:gd name="adj" fmla="val 4375"/>
            </a:avLst>
          </a:prstGeom>
          <a:solidFill>
            <a:srgbClr val="1B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546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searching  </a:t>
            </a:r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 vectors
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maybe  </a:t>
            </a:r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 vectors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Huge speed improvement.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IVF: important parameters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nlist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clusters.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smaller clusters, faster search, more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TYPICAL:  1024 · 4096 · 8192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532120" cy="2103120"/>
          </a:xfrm>
          <a:prstGeom prst="roundRect">
            <a:avLst>
              <a:gd name="adj" fmla="val 3043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nprobe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clusters to search.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nlist=1000, nprobe=10 → only 10 clusters searched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nprobe → higher recall, slower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Fast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Memory efficient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Great for huge datasets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4114800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Needs training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Sensitive to parameter tuning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IVF: best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3182"/>
            </a:avLst>
          </a:prstGeom>
          <a:solidFill>
            <a:srgbClr val="121B2E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datasets — 10M+ vectors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trades a small amount of recall for a dramatic reduction in the number of vectors scanned per query.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QUANTIZATION (PQ)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PQ: compressing vectors into tiny codes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compresses vectors — instead of storing full floating-point values, it stores compact integer codes.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VECTOR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[0.15, -0.77, 0.22, ..., 0.81]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 floats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28600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REPRESENTATION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[14, 22, 9, 7, 19]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 integer codes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1B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PQ 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 dimensions  →  split into 96 groups  →  each group compressed via its own codebook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storing actual values, PQ stores codebook IDs.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PQ: memory savings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 floats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3 KB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bytes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0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Often  </a:t>
            </a:r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4×–16× smaller</a:t>
            </a:r>
            <a:pPr indent="0" marL="0">
              <a:buNone/>
            </a:pPr>
            <a:r>
              <a:rPr lang="en-US" sz="2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 sometimes even more.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2852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Huge memory reduction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Billion-scale search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Faster cache performance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489204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52852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Approximate distances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Lower recall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PQ: best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2377440"/>
          </a:xfrm>
          <a:prstGeom prst="roundRect">
            <a:avLst>
              <a:gd name="adj" fmla="val 2692"/>
            </a:avLst>
          </a:prstGeom>
          <a:solidFill>
            <a:srgbClr val="12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Billion-vector datasets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Memory-constrained 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Large-scale 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is what makes billion-scale vector search fit in reasonable RAM.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 QUANTIZATION (SQ)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SQ: a simpler compression technique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Simpler than PQ. Instead of float32, convert each value to int8 or uint8.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89320" y="2377440"/>
            <a:ext cx="182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80760" y="2377440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C084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377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 / uint8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becomes  </a:t>
            </a:r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 smaller.</a:t>
            </a:r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Accuracy loss is usually small.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vs. HNSW vs. IVF vs. PQ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389120"/>
        </p:xfrm>
        <a:graphic>
          <a:graphicData uri="http://schemas.openxmlformats.org/drawingml/2006/table">
            <a:tbl>
              <a:tblPr/>
              <a:tblGrid>
                <a:gridCol w="2926080"/>
                <a:gridCol w="2034540"/>
                <a:gridCol w="2034540"/>
                <a:gridCol w="2034540"/>
                <a:gridCol w="203454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HNSW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PQ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✅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Recall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Very 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 Speed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Very Fast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Very Low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 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Needs Training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Scales to Billions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Limited by RAM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CHOOSING THE RIGHT INDEX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the index to your dataset size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73736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100k vectors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0" y="173736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Flat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100k – 10M vectors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83464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HNSW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93192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10M – 100M vectors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393192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IVF or HNSW (depends on RAM)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Massive 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502920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Billion 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502920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IVF + PQ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COMBINATIONS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 are often combined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+ Flat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cluster  →  exact search inside cluster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and accurate.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55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+ PQ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7764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cluster  →  search compressed vectors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178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Extremely memory efficient.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+ PQ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285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navigation  →  compressed vectors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search with reduced RAM (supported by some systems).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measure an index's performance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Correct / Actual Correct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actual, 9 found → 90% recall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per search.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606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Flat: 150ms   HNSW: 5ms   IVF: 12ms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12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 per second. Higher = more concurrent users.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61188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2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BUILD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4114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required to construct the index before searching.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B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 vectors, graph, centroids, and compressed codes.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PRACTICAL EXAMPLES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real-world scenarios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 PDFs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73736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173736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dataset; exact search is fast enough.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million products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83464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latency and high recall for production search.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million documents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393192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93192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Partitioning dramatically reduces search cost.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billion embeddings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502920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+ PQ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502920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Compression keeps storage and RAM manageable.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→ recommended index</a:t>
            </a:r>
            <a:endParaRPr lang="en-US" sz="2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6858000"/>
                <a:gridCol w="420624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Scenario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Recommended Index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Ground-truth evaluation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Small datasets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Low-latency production search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HNSW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Large datasets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Limited RAM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Billion-scale vector search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IVF + PQ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Highest accuracy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 speed/accuracy balance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HNSW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Lowest memory footprint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100" dirty="0"/>
          </a:p>
        </p:txBody>
      </p:sp>
      <p:sp>
        <p:nvSpPr>
          <p:cNvPr id="27" name="TextBox 26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line per index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73736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exhaustive search — perfect accuracy, poor scalability.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251460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navigable multi-layer graph — extremely fast, very high recall, more memory.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329184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 vectors and searches only relevant partitions — needs tuning (nlist, nprobe).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406908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compresses vectors into compact codes — billion-scale search, some recall loss.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484632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simpler compression (float32 → int8) — modest memory savings, minor accuracy loss.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ideal index depends on exactness, latency, dataset size, memory, and acceptable recall trade-offs.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6888480" y="65379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5A5A5A"/>
                </a:solidFill>
              </a:defRPr>
            </a:pPr>
            <a:r>
              <a:t>Anantram Patel | AI • ML • RAG | linkedin.com/in/anantram-patel-a4796b234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2026-08-31T07:32:27Z</dcterms:created>
  <dcterms:modified xsi:type="dcterms:W3CDTF">2026-08-31T07:32:27Z</dcterms:modified>
</cp:coreProperties>
</file>