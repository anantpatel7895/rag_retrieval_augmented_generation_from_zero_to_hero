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METRIC DEEP DIVE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Rate@K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find anything relevant at all?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10698480" cy="2697480"/>
          </a:xfrm>
          <a:prstGeom prst="roundRect">
            <a:avLst>
              <a:gd name="adj" fmla="val 2712"/>
            </a:avLst>
          </a:prstGeom>
          <a:solidFill>
            <a:srgbClr val="223A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456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our shared dataset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840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queries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(2FA reset · 2FA setup · change email) against a shared SaaS knowledge-base corpus, retrieved by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systems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naive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(embedding similarity only) and an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 (hybrid search + cross-encoder reranker). Same data as the Precision@K and Recall@K decks.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516636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51663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14016" y="516636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14016" y="5166360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3552" y="516636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73552" y="5166360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33088" y="5166360"/>
            <a:ext cx="1426464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33088" y="516636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96712" y="51663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96712" y="5166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Failure Modes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62672" y="516636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62672" y="51663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26880" y="516636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26880" y="51663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INTUITION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Hit Rate@K Measure?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plain-English version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574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counting exactly how many relevant docs showed up, or where. Hit Rate@K asks the simplest possible question, per query:
</a:t>
            </a:r>
            <a:pPr indent="0" marL="0">
              <a:lnSpc>
                <a:spcPct val="135000"/>
              </a:lnSpc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top K results contain AT LEAST ONE relevant document — yes or no?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averages that yes/no across every query you tested.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475488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315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17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“Across all my test queries, what fraction of the time did the retriever come back completely empty-handed?”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E7EF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6916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8 of 10 test queries find at least one relevant doc in their top 5, Hit Rate@5 = 8/10 = 0.8.”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30175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4F6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172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Hit Rate@K means: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50215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almost never comes back completely empty — a useful coarse health check on whether retrieval is fundamentally working.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5262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DEA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6817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Hit Rate@K means: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501091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chunk of queries get zero useful context — a fundamental retrieval breakdown, not just a quality issue.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DEFINITION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Rate@K — Mathematical Definition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92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set of queries: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659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Hit Rate@K</a:t>
            </a:r>
            <a:pPr indent="0" marL="0">
              <a:buNone/>
            </a:pPr>
            <a:r>
              <a:rPr lang="en-US" sz="24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=  (1 / |Q|)  ×  Σ</a:t>
            </a:r>
            <a:pPr indent="0" marL="0">
              <a:buNone/>
            </a:pPr>
            <a:r>
              <a:rPr lang="en-US" sz="2400" i="1" baseline="-400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</a:t>
            </a:r>
            <a:pPr indent="0" marL="0">
              <a:buNone/>
            </a:pPr>
            <a:r>
              <a:rPr lang="en-US" sz="24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1[ |R</a:t>
            </a:r>
            <a:pPr indent="0" marL="0">
              <a:buNone/>
            </a:pPr>
            <a:r>
              <a:rPr lang="en-US" sz="2400" i="1" baseline="-400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</a:t>
            </a:r>
            <a:pPr indent="0" marL="0">
              <a:buNone/>
            </a:pPr>
            <a:r>
              <a:rPr lang="en-US" sz="24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∩ D</a:t>
            </a:r>
            <a:pPr indent="0" marL="0">
              <a:buNone/>
            </a:pPr>
            <a:r>
              <a:rPr lang="en-US" sz="2400" i="1" baseline="-400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q,K</a:t>
            </a:r>
            <a:pPr indent="0" marL="0">
              <a:buNone/>
            </a:pPr>
            <a:r>
              <a:rPr lang="en-US" sz="24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 &gt; 0 ]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11292840" cy="2743200"/>
          </a:xfrm>
          <a:prstGeom prst="roundRect">
            <a:avLst>
              <a:gd name="adj" fmla="val 2667"/>
            </a:avLst>
          </a:prstGeom>
          <a:solidFill>
            <a:srgbClr val="E7EF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52044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941064"/>
            <a:ext cx="292608" cy="29260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886200"/>
            <a:ext cx="1037844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1[·]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indicator function — equals 1 if the condition inside is true, 0 otherwise.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478274"/>
            <a:ext cx="292608" cy="29260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47827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423410"/>
            <a:ext cx="1037844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∩ Dq,K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relevant documents that appear in query q's top-K retrieved list.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5015484"/>
            <a:ext cx="292608" cy="29260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50154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960620"/>
            <a:ext cx="1037844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|Q|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number of queries evaluated.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5552694"/>
            <a:ext cx="292608" cy="29260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5526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497830"/>
            <a:ext cx="1037844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Rate@K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fraction of queries with at least one relevant hit in their top K. Unlike Precision@K and Recall@K, this is inherently a multi-query metric — for a single query it's simply 1 or 0.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DATA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System — Top 5 for All 3 Queries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needs more than one query to be meaningful — here's the Baseline system's top-5 result for each.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92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  <a:gridCol w="1737360"/>
                <a:gridCol w="169164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Retrieved (rank order)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Docs 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Q1: “reset my 2FA”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KB105✓, KB201✗, KB103✓, KB110✓, KB302✗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Q2: “set up 2FA”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KB305✗, KB201✓, KB210✓, KB410✗, KB215✓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Q3: “change my email”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KB101✗, KB102✗, KB103✗, KB104✗, KB105✗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Miss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434840"/>
            <a:ext cx="11292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45720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table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919472"/>
            <a:ext cx="1074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and Query 2 both retrieved multiple relevant docs — clearly hits. Query 3's retriever confused “email address” with 2FA content and returned zero relevant docs — a total miss. </a:t>
            </a:r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that Hit Rate only records the last column — it throws away the fact that Q1 and Q2 found 3 relevant docs each, and it throws away everything about </a:t>
            </a:r>
            <a:pPr indent="0" marL="0">
              <a:lnSpc>
                <a:spcPct val="128000"/>
              </a:lnSpc>
              <a:buNone/>
            </a:pPr>
            <a:r>
              <a:rPr lang="en-US" sz="123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Q3 failed. We'll use this table for the calculation next.</a:t>
            </a:r>
            <a:endParaRPr lang="en-US" sz="12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CALCULATION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Rate@K — Step-by-Step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system, K = 5, across all 3 queries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55648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682496"/>
            <a:ext cx="5394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top 5 contains KB105, KB103, KB110 — 3 relevant docs present → at least one hit → Hit = 1.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265176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578608"/>
            <a:ext cx="5394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2: top 5 contains KB201, KB210, KB215 — relevant docs present → Hit = 1.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3547872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474720"/>
            <a:ext cx="5394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3: top 5 contains zero relevant docs → Hit = 0.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3232" y="4443984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4443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370832"/>
            <a:ext cx="5394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the hits across all queries: 1 + 1 + 0 = 2.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" y="534009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5266944"/>
            <a:ext cx="5394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the number of queries: Hit Rate@5 = 2 / 3 = 0.667.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0" y="1508760"/>
            <a:ext cx="4800600" cy="1920240"/>
          </a:xfrm>
          <a:prstGeom prst="roundRect">
            <a:avLst>
              <a:gd name="adj" fmla="val 3810"/>
            </a:avLst>
          </a:prstGeom>
          <a:solidFill>
            <a:srgbClr val="223A5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2376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286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2/3 = 0.667</a:t>
            </a:r>
            <a:endParaRPr lang="en-US" sz="3400" dirty="0"/>
          </a:p>
        </p:txBody>
      </p:sp>
      <p:sp>
        <p:nvSpPr>
          <p:cNvPr id="27" name="Shape 25"/>
          <p:cNvSpPr/>
          <p:nvPr/>
        </p:nvSpPr>
        <p:spPr>
          <a:xfrm>
            <a:off x="6949440" y="3611880"/>
            <a:ext cx="4800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23760" y="3767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4114800"/>
            <a:ext cx="4251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 of queries returned at least one relevant document in their top 5. That sounds reasonable on its own — but it hides the fact that one-third of queries (Query 3) got nothing at all, a much more serious failure than a merely noisy or incomplete result. Hit Rate flags that this system has a real gap; it just can't tell you how bad the gap is.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1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One Scrap and Finding Everything Score the Same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1, K = 5. Compare our real Improved system to a hypothetical low-quality retriever, “System C”: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system (real)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= 4/4 = 1.00   ·   Precision@5 = 4/5 = 0.80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“System C” (hypothetical, low quality)</a:t>
            </a:r>
            <a:endParaRPr lang="en-US" sz="13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KB666*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KB777*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KB888*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KB999*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537960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= 1/4 = 0.25   ·   Precision@5 = 1/5 = 0.20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4754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*hypothetical filler docs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5166360"/>
            <a:ext cx="11292840" cy="1143000"/>
          </a:xfrm>
          <a:prstGeom prst="roundRect">
            <a:avLst>
              <a:gd name="adj" fmla="val 6400"/>
            </a:avLst>
          </a:prstGeom>
          <a:solidFill>
            <a:srgbClr val="FDEAE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5321808"/>
            <a:ext cx="10744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 Hit Rate@5 = 1 — identical. 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found every relevant document with 80% precision; the other found a single lucky scrap buried among four fabricated irrelevant docs, with only 20% precision and 25% recall. Hit Rate can't see any of that gap — it only asks “was there at least one?”</a:t>
            </a:r>
            <a:endParaRPr lang="en-US" sz="12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2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Hit at Rank 1 and a Hit at Rank 5 Count the Same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documents, same relevant set — just reordered. Query 1, K = 5.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  (the actual Baseline)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(and only visible) relevant doc at rank 1.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B  (hypothetical reorder)</a:t>
            </a:r>
            <a:endParaRPr lang="en-US" sz="13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53796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relevant doc pushed back to rank 3.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4983480"/>
            <a:ext cx="11292840" cy="1234440"/>
          </a:xfrm>
          <a:prstGeom prst="roundRect">
            <a:avLst>
              <a:gd name="adj" fmla="val 5926"/>
            </a:avLst>
          </a:prstGeom>
          <a:solidFill>
            <a:srgbClr val="FDEAE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138928"/>
            <a:ext cx="10744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 Hit@5 = 1 — identical.  </a:t>
            </a:r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chatbot showing the top result first, or a user who only reads the first line, Ranking A is clearly better — useful immediately instead of after two dead ends. Hit Rate has no concept of “where” within the window, only “whether.” If the first-hit position matters to your use case, that's exactly what MRR is built to measure (its own deck).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3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System Looks Like It Fails Two-Thirds of the Time, or One-Third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system, same 3 queries, scored at three different cutoffs: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92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  <a:gridCol w="2743200"/>
                <a:gridCol w="1828800"/>
                <a:gridCol w="306324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 (KB105 @1)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  (KB305 @1)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 = 0.333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 (KB201 @2)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 = 0.667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 = 0.667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480560"/>
            <a:ext cx="11292840" cy="1691640"/>
          </a:xfrm>
          <a:prstGeom prst="roundRect">
            <a:avLst>
              <a:gd name="adj" fmla="val 4324"/>
            </a:avLst>
          </a:prstGeom>
          <a:solidFill>
            <a:srgbClr val="FDEA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46177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956048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retriever — same ranking, same everything — reports a Hit Rate of </a:t>
            </a:r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K=1 and </a:t>
            </a:r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K=3 or K=5, purely because Query 2's only relevant doc in this window sits at rank 2 — present at K=3, absent at K=1. Like Precision@K, Hit Rate@K is only meaningful once K is fixed to match how results are actually used.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4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Query Flipping Can Swing the Whole Score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eval set has only 3 queries. What happens to Hit Rate@5 as we add or lose a single hit?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928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2377440"/>
                <a:gridCol w="4343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set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Rate@5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of 1 more query flipping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queries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 = 0.667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33.3 percentage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queries (+1 miss)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2/4 = 0.500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25.0 percentage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queries (proportional)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0.60–0.70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10.0 percentage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queries (proportional)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66–67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0.66–0.67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1.0 percentage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663440"/>
            <a:ext cx="11292840" cy="1600200"/>
          </a:xfrm>
          <a:prstGeom prst="roundRect">
            <a:avLst>
              <a:gd name="adj" fmla="val 4571"/>
            </a:avLst>
          </a:prstGeom>
          <a:solidFill>
            <a:srgbClr val="FDEA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480060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138928"/>
            <a:ext cx="10744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3-query eval set, a single query flipping from hit to miss (or back) swings Hit Rate@5 by a full </a:t>
            </a:r>
            <a:pPr indent="0" marL="0">
              <a:lnSpc>
                <a:spcPct val="128000"/>
              </a:lnSpc>
              <a:buNone/>
            </a:pPr>
            <a:r>
              <a:rPr lang="en-US" sz="123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percentage points</a:t>
            </a:r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enough to make a genuinely good retriever look mediocre, or vice versa, based on one unlucky query. This isn't a flaw unique to Hit Rate, but because it's a simple 0/1 average, its statistical noise is easy to underestimate. </a:t>
            </a:r>
            <a:pPr indent="0" marL="0">
              <a:lnSpc>
                <a:spcPct val="128000"/>
              </a:lnSpc>
              <a:buNone/>
            </a:pPr>
            <a:r>
              <a:rPr lang="en-US" sz="123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any Hit Rate reported on a small eval set (dozens of queries, not hundreds) with real skepticism.</a:t>
            </a: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TO IMPROVE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Systems, Same Queries — What Changed?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plain embedding similarity.  Improved = hybrid (BM25 + vector) search + a cross-encoder reranker.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92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  <a:gridCol w="28803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Top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Top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→ Improved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Q1: reset 2FA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relevant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relevant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592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→ Hit  (no change)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Q2: set up 2FA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relevant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relevant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592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→ Hit  (no change)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Q3: change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relevant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relevant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 → Hit  (flipped!)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206240"/>
            <a:ext cx="11292840" cy="2194560"/>
          </a:xfrm>
          <a:prstGeom prst="roundRect">
            <a:avLst>
              <a:gd name="adj" fmla="val 3333"/>
            </a:avLst>
          </a:prstGeom>
          <a:solidFill>
            <a:srgbClr val="FDF3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43708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insight, stated plainly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709160"/>
            <a:ext cx="10744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and Query 2 were </a:t>
            </a:r>
            <a:pPr indent="0" marL="0">
              <a:lnSpc>
                <a:spcPct val="130000"/>
              </a:lnSpc>
              <a:buNone/>
            </a:pPr>
            <a:r>
              <a:rPr lang="en-US" sz="1250" b="1" i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hits under the Baseline — the Improved system's better ranking and higher precision on those two queries is real and valuable, but 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can't see any of it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because both scored a 1 either way. The </a:t>
            </a:r>
            <a:pPr indent="0" marL="0">
              <a:lnSpc>
                <a:spcPct val="130000"/>
              </a:lnSpc>
              <a:buNone/>
            </a:pPr>
            <a:r>
              <a:rPr lang="en-US" sz="1250" b="1" i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way to move Hit Rate is to flip a Miss into a Hit — which is exactly what hybrid search did for Query 3, and that single flip is 100% of this metric's improvement story.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TO IMPROVE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Rate@5 — Before vs. After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21945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— reset 2FA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— set up 2FA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— change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 (0)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155448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223A5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41080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Rate@5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2331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C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0.667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+0.333 absolute  —  a 50% relative increase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5623560"/>
            <a:ext cx="11292840" cy="822960"/>
          </a:xfrm>
          <a:prstGeom prst="roundRect">
            <a:avLst>
              <a:gd name="adj" fmla="val 8889"/>
            </a:avLst>
          </a:prstGeom>
          <a:solidFill>
            <a:srgbClr val="E4F6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576072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went from 2/3 to a perfect 3/3 — entirely because Query 3 flipped from a total miss to a hit. This is a coarse but meaningful signal: the retriever no longer completely fails on any tested query type.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TO IMPROVE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Technique Actually Moves Hit Rate?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(BM25 + vector)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84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technique that mattered here: fixed Query 3's total miss by matching “email address” lexically where pure embeddings failed.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3200400" cy="0"/>
          </a:xfrm>
          <a:prstGeom prst="line">
            <a:avLst/>
          </a:prstGeom>
          <a:noFill/>
          <a:ln w="12700">
            <a:solidFill>
              <a:srgbClr val="C9E5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Miss → Hit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084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ranking quality and precision on Q1 substantially — but since Q1 was already a hit, Hit Rate registers zero change.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4526280" y="3566160"/>
            <a:ext cx="3200400" cy="0"/>
          </a:xfrm>
          <a:prstGeom prst="line">
            <a:avLst/>
          </a:prstGeom>
          <a:noFill/>
          <a:ln w="12700">
            <a:solidFill>
              <a:srgbClr val="C9E5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Hit → Hit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embeddings / fine-tuning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084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6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help most when a query's relevant docs are semantically distant from the query wording — the same root cause as Query 3's failure.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8366760" y="3566160"/>
            <a:ext cx="3200400" cy="0"/>
          </a:xfrm>
          <a:prstGeom prst="line">
            <a:avLst/>
          </a:prstGeom>
          <a:noFill/>
          <a:ln w="12700">
            <a:solidFill>
              <a:srgbClr val="C9E5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failure class as Q3)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11292840" cy="1737360"/>
          </a:xfrm>
          <a:prstGeom prst="roundRect">
            <a:avLst>
              <a:gd name="adj" fmla="val 4211"/>
            </a:avLst>
          </a:prstGeom>
          <a:solidFill>
            <a:srgbClr val="FDF3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498848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caveat: most retrieval improvements are invisible to Hit Rate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84632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made Query 1 meaningfully better — more relevant docs, better order — and Hit Rate@5 didn't move by a single decimal, because it was already a 1. </a:t>
            </a:r>
            <a:pPr indent="0" marL="0">
              <a:lnSpc>
                <a:spcPct val="130000"/>
              </a:lnSpc>
              <a:buNone/>
            </a:pPr>
            <a:r>
              <a:rPr lang="en-US" sz="123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eval set is already scoring near-perfect Hit Rate, that metric has nothing left to tell you about further improvements.</a:t>
            </a:r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that point, switch to Precision@K, Recall@K, MRR, or NDCG@K to keep measuring progress — Hit Rate's job (catching total failures) is done.</a:t>
            </a:r>
            <a:endParaRPr lang="en-US" sz="12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Rate@K — What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01368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5506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Rate@K answers “did we get anything at all,” never “how much” or “how good” — it's a coarse health check, not a quality metric.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42616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496312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Precision@K and Recall@K, it's inherently a multi-query metric — for a single query it collapses to just 0 or 1.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483864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37560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only metric in this series that can only move when a query flips from Miss to Hit — improving an already-hit query is completely invisible to 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2394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325112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178808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highly sensitive to both K and eval-set size — small query samples make it noisy, and the wrong K can make one retriever look far better or worse than it is.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651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166360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20056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dataset, hybrid search flipped Query 3 from a total miss to a hit — that single flip accounts for 100% of the Hit Rate improvement, even though reranking separately improved Query 1's quality.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6007608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6007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86130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use Hit Rate as a first-pass sanity check (“is retrieval fundamentally broken for any query type?”), then move to Precision@K, Recall@K, MRR, or NDCG@K for anything more nuanced.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292840" y="6519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2026-09-23T08:53:14Z</dcterms:created>
  <dcterms:modified xsi:type="dcterms:W3CDTF">2026-09-23T08:53:14Z</dcterms:modified>
</cp:coreProperties>
</file>