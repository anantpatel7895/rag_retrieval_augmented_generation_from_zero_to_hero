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754880" cy="4754880"/>
          </a:xfrm>
          <a:prstGeom prst="ellipse">
            <a:avLst/>
          </a:prstGeom>
          <a:solidFill>
            <a:srgbClr val="223A5E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840480" cy="3840480"/>
          </a:xfrm>
          <a:prstGeom prst="ellipse">
            <a:avLst/>
          </a:prstGeom>
          <a:solidFill>
            <a:srgbClr val="223A5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METRIC DEEP DIVE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4630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MRR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6888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Reciprocal Rank — how fast did we surface the first relevant doc?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3246120"/>
            <a:ext cx="10698480" cy="2697480"/>
          </a:xfrm>
          <a:prstGeom prst="roundRect">
            <a:avLst>
              <a:gd name="adj" fmla="val 2712"/>
            </a:avLst>
          </a:prstGeom>
          <a:solidFill>
            <a:srgbClr val="223A5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34564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our shared dataset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8404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queries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(2FA reset · 2FA setup · change email) against a shared SaaS knowledge-base corpus, retrieved by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systems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 naive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(embedding similarity only) and an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system (hybrid search + cross-encoder reranker). Same data as the Precision@K, Recall@K, and Hit Rate@K decks.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4846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7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deck covers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51560" y="5166360"/>
            <a:ext cx="1225296" cy="38404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51560" y="5166360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414016" y="5166360"/>
            <a:ext cx="722376" cy="38404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414016" y="5166360"/>
            <a:ext cx="722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73552" y="5166360"/>
            <a:ext cx="722376" cy="38404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273552" y="5166360"/>
            <a:ext cx="722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33088" y="5166360"/>
            <a:ext cx="1426464" cy="38404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133088" y="5166360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96712" y="516636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96712" y="5166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Failure Modes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662672" y="5166360"/>
            <a:ext cx="1527048" cy="38404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662672" y="5166360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326880" y="5166360"/>
            <a:ext cx="1225296" cy="38404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326880" y="5166360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Notes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INTUITION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MRR Measure?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1600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plain-English version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05740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and Recall ask what's inside the whole top-K list. MRR asks a narrower, sharper question, per query:
</a:t>
            </a:r>
            <a:pPr indent="0" marL="0">
              <a:lnSpc>
                <a:spcPct val="135000"/>
              </a:lnSpc>
              <a:buNone/>
            </a:pPr>
            <a:r>
              <a:rPr lang="en-US" sz="140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what rank did the FIRST relevant document appear?
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it converts that rank to a 0–1 score (1/rank) and averages across queries.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4160520"/>
            <a:ext cx="4754880" cy="0"/>
          </a:xfrm>
          <a:prstGeom prst="line">
            <a:avLst/>
          </a:prstGeom>
          <a:noFill/>
          <a:ln w="12700">
            <a:solidFill>
              <a:srgbClr val="D9E2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3159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7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as: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61772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“When a user (or the LLM) reads top-to-bottom, how many irrelevant results do they wade through before hitting something useful?”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89320" y="1371600"/>
            <a:ext cx="5760720" cy="4480560"/>
          </a:xfrm>
          <a:prstGeom prst="roundRect">
            <a:avLst>
              <a:gd name="adj" fmla="val 1633"/>
            </a:avLst>
          </a:prstGeom>
          <a:solidFill>
            <a:srgbClr val="E7EF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09360" y="169164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the first relevant doc appears at rank 1, RR = 1/1 = 1.0. If it only appears at rank 4, RR = 1/4 = 0.25.”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309360" y="310896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E4F6E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37960" y="326440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MRR means: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3593592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see a relevant document almost immediately — ideal for single-answer lookups like FAQ or account-help chatbots.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4617720"/>
            <a:ext cx="5120640" cy="1143000"/>
          </a:xfrm>
          <a:prstGeom prst="roundRect">
            <a:avLst>
              <a:gd name="adj" fmla="val 6400"/>
            </a:avLst>
          </a:prstGeom>
          <a:solidFill>
            <a:srgbClr val="FDEAE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37960" y="477316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MRR means: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510235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have to dig — or the retriever never surfaces anything useful at all, which floors the score at 0.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DEFINITION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MRR — Mathematical Definition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48640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1600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single query q: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05740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RRq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2194560" y="2057400"/>
            <a:ext cx="457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B2A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=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21488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B2A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969971" y="2624328"/>
            <a:ext cx="2015338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51760" y="2651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B2A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rank of first relevant doc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4206240"/>
            <a:ext cx="5486400" cy="1645920"/>
          </a:xfrm>
          <a:prstGeom prst="roundRect">
            <a:avLst>
              <a:gd name="adj" fmla="val 4444"/>
            </a:avLst>
          </a:prstGeom>
          <a:solidFill>
            <a:srgbClr val="FDF3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4370832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8A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Then, across queries: 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A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= (1/|Q|) × Σ RRq — the mean of every query's reciprocal rank. If no relevant doc is found at all, RRq = 0 by convention.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2200" y="1417320"/>
            <a:ext cx="55778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46520" y="1600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46520" y="2112264"/>
            <a:ext cx="82296" cy="82296"/>
          </a:xfrm>
          <a:prstGeom prst="ellipse">
            <a:avLst/>
          </a:prstGeom>
          <a:solidFill>
            <a:srgbClr val="5A7CA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56832" y="1947672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RRq =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Reciprocal Rank for query q — a single number between 0 and 1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46520" y="3026664"/>
            <a:ext cx="82296" cy="82296"/>
          </a:xfrm>
          <a:prstGeom prst="ellipse">
            <a:avLst/>
          </a:prstGeom>
          <a:solidFill>
            <a:srgbClr val="5A7CA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56832" y="2862072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=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position (1, 2, 3, …) of the first document marked relevant in the ranked list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46520" y="3941064"/>
            <a:ext cx="82296" cy="82296"/>
          </a:xfrm>
          <a:prstGeom prst="ellipse">
            <a:avLst/>
          </a:prstGeom>
          <a:solidFill>
            <a:srgbClr val="5A7CA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56832" y="3776472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|Q| =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of queries being evaluated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46520" y="4855464"/>
            <a:ext cx="82296" cy="82296"/>
          </a:xfrm>
          <a:prstGeom prst="ellipse">
            <a:avLst/>
          </a:prstGeom>
          <a:solidFill>
            <a:srgbClr val="5A7CA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656832" y="4690872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=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average reciprocal rank across all queries — unlike Precision/Recall@K, there is no K to choose: MRR looks as far down the list as needed to find the first hit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THE DATA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System — Rank of First Relevant Doc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only cares about one thing per query: at what rank does the first relevant document show up?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12928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349240"/>
                <a:gridCol w="2194560"/>
                <a:gridCol w="1371600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Retrieved (rank order)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Relevant Doc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Q1: “reset my 2FA”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KB105✓, KB201✗, KB103✓, KB110✓, KB302✗, …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Q2: “set up 2FA”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KB305✗, KB201✓, KB210✓, KB410✗, KB215✓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KB201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Q3: “change my email”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KB101✗, KB102✗, KB103✗, KB104✗, KB105✗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found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434840"/>
            <a:ext cx="11292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31520" y="45720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this table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4919472"/>
            <a:ext cx="10744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1's first relevant doc appears immediately at rank 1 — the best possible outcome. Query 2's first hit is one rank later, at rank 2. Query 3 finds nothing relevant at all in its top 5. </a:t>
            </a:r>
            <a:pPr indent="0" marL="0">
              <a:lnSpc>
                <a:spcPct val="128000"/>
              </a:lnSpc>
              <a:buNone/>
            </a:pPr>
            <a:r>
              <a:rPr lang="en-US" sz="123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after the first hit — the other 3 relevant docs in Query 1, for instance — is invisible to MRR.</a:t>
            </a:r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We'll convert these ranks into scores next.</a:t>
            </a:r>
            <a:endParaRPr lang="en-US" sz="12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CALCULATION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MRR — Step-by-Step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4300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system, across all 3 queries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630936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13232" y="1755648"/>
            <a:ext cx="329184" cy="32918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3232" y="1755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70432" y="1682496"/>
            <a:ext cx="5394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1: first relevant doc (KB105) is at rank 1 → RR₁ = 1/1 = 1.0.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13232" y="2651760"/>
            <a:ext cx="329184" cy="32918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3232" y="2651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170432" y="2578608"/>
            <a:ext cx="5394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2: first relevant doc (KB201) is at rank 2 → RR₂ = 1/2 = 0.5.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13232" y="3547872"/>
            <a:ext cx="329184" cy="32918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3547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170432" y="3474720"/>
            <a:ext cx="5394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3: no relevant doc found in the retrieved list → RR₃ = 0 (by convention).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13232" y="4443984"/>
            <a:ext cx="329184" cy="32918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3232" y="44439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170432" y="4370832"/>
            <a:ext cx="5394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the reciprocal ranks: 1.0 + 0.5 + 0 = 1.5.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13232" y="5340096"/>
            <a:ext cx="329184" cy="32918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3232" y="53400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170432" y="5266944"/>
            <a:ext cx="5394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by the number of queries: MRR = 1.5 / 3 = 0.5.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949440" y="1508760"/>
            <a:ext cx="4800600" cy="1920240"/>
          </a:xfrm>
          <a:prstGeom prst="roundRect">
            <a:avLst>
              <a:gd name="adj" fmla="val 3810"/>
            </a:avLst>
          </a:prstGeom>
          <a:solidFill>
            <a:srgbClr val="223A5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223760" y="16459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7223760" y="2011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223760" y="22860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 / 3 = 0.5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6949440" y="3611880"/>
            <a:ext cx="4800600" cy="2651760"/>
          </a:xfrm>
          <a:prstGeom prst="roundRect">
            <a:avLst>
              <a:gd name="adj" fmla="val 2759"/>
            </a:avLst>
          </a:prstGeom>
          <a:solidFill>
            <a:srgbClr val="E4F6E9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223760" y="37673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223760" y="4114800"/>
            <a:ext cx="42519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3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average, a user has to read about 2 results deep before finding something useful — but that “average” blends one perfect result (rank 1), one okay result (rank 2), and one complete failure (not found). MRR = 0.5 doesn't tell you which of these happened; you have to look at the per-query breakdown to know.</a:t>
            </a:r>
            <a:endParaRPr lang="en-US" sz="11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WHERE IT FAILS  —  FAILURE 1 OF 4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Great Retriever and a Merely Lucky One Can Tie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0700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1, both real systems. Both have their first relevant doc at rank 1 — but that's where the resemblance ends.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54864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18013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148840"/>
          <a:ext cx="49377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01168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Relevant?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KB105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KB201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KB103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KB110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KB108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731520" y="4251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i="1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 = 1/1 = 1.0.  Recall@5 = 0.75 (misses KB108 until rank 6).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6263640" y="1645920"/>
            <a:ext cx="54406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537960" y="18013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</a:t>
            </a:r>
            <a:endParaRPr lang="en-US" sz="135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2148840"/>
          <a:ext cx="49377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01168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Relevant?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KB103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KB108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KB105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KB302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KB110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0"/>
          <p:cNvSpPr txBox="1"/>
          <p:nvPr/>
        </p:nvSpPr>
        <p:spPr>
          <a:xfrm>
            <a:off x="6537960" y="4251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i="1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 = 1/1 = 1.0.  Recall@5 = 1.00 (finds all 4 relevant docs by rank 5).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457200" y="5029200"/>
            <a:ext cx="11292840" cy="1234440"/>
          </a:xfrm>
          <a:prstGeom prst="roundRect">
            <a:avLst>
              <a:gd name="adj" fmla="val 5926"/>
            </a:avLst>
          </a:prstGeom>
          <a:solidFill>
            <a:srgbClr val="FDEAEA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5184648"/>
            <a:ext cx="10744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2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score RR = 1.0 — identical.  </a:t>
            </a:r>
            <a:pPr indent="0" marL="0">
              <a:lnSpc>
                <a:spcPct val="125000"/>
              </a:lnSpc>
              <a:buNone/>
            </a:pPr>
            <a:r>
              <a:rPr lang="en-US" sz="1220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Improved system found every single relevant document within the top 5; the Baseline missed one until rank 6. That's a real, meaningful quality gap (captured by Recall@5: 0.75 vs. 1.00) that MRR simply cannot see, because it stops looking the moment it finds the first hit. MRR fits single-answer lookups well; it's the wrong lens for “find everything relevant” queries.</a:t>
            </a:r>
            <a:endParaRPr lang="en-US" sz="12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WHERE IT FAILS  —  FAILURE 2 OF 4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Perfect Match and a Barely-Relevant Match Score the Same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07008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1, two hypothetical rankings that differ only in which document leads: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548640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175564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A: leads with the best match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103120"/>
          <a:ext cx="49377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463040"/>
                <a:gridCol w="1097280"/>
                <a:gridCol w="15544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Relevant?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6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6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KB103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6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6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6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KB105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6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6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6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KB108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6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6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6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KB110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6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731520" y="41148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hit KB103 is the single best match in the corpus (grade 3).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63640" y="1600200"/>
            <a:ext cx="544068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537960" y="175564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B: leads with the weakest match</a:t>
            </a:r>
            <a:endParaRPr lang="en-US" sz="13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2103120"/>
          <a:ext cx="49377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463040"/>
                <a:gridCol w="1097280"/>
                <a:gridCol w="15544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Relevant?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6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6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KB110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6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6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6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KB105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6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6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6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KB103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6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6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6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KB108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6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0"/>
          <p:cNvSpPr txBox="1"/>
          <p:nvPr/>
        </p:nvSpPr>
        <p:spPr>
          <a:xfrm>
            <a:off x="6537960" y="41148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hit KB110 is the weakest possible match still labeled relevant (grade 1).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7200" y="5120640"/>
            <a:ext cx="11292840" cy="1188720"/>
          </a:xfrm>
          <a:prstGeom prst="roundRect">
            <a:avLst>
              <a:gd name="adj" fmla="val 6154"/>
            </a:avLst>
          </a:prstGeom>
          <a:solidFill>
            <a:srgbClr val="FDEAEA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5276088"/>
            <a:ext cx="10744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score RR = 1/1 = 1.00 — identical. 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treats “relevant” as binary at the moment it checks the first hit — a grade-3 perfect match and a grade-1 marginal match both satisfy it equally, as long as they cross the relevance threshold. If the quality of that very first result matters to you, NDCG@K (its own deck) is built to reward exactly this difference.</a:t>
            </a:r>
            <a:endParaRPr lang="en-US" sz="12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WHERE IT FAILS  —  FAILURE 3 OF 4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Rank Movement Costs Wildly Different Amounts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0700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 = 1/rank at various positions — notice how fast the score falls near the top, and how little it falls further down: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471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527048"/>
                <a:gridCol w="1527048"/>
                <a:gridCol w="1527048"/>
                <a:gridCol w="1527048"/>
                <a:gridCol w="1527048"/>
                <a:gridCol w="15087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 of first hit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RR = 1/rank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297180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31520" y="312724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1 → Rank 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45643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relevant document slipping down just ONE position costs: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9319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23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−0.50</a:t>
            </a:r>
            <a:endParaRPr lang="en-US" sz="3400" dirty="0"/>
          </a:p>
        </p:txBody>
      </p:sp>
      <p:sp>
        <p:nvSpPr>
          <p:cNvPr id="12" name="Shape 9"/>
          <p:cNvSpPr/>
          <p:nvPr/>
        </p:nvSpPr>
        <p:spPr>
          <a:xfrm>
            <a:off x="6263640" y="297180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537960" y="312724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10 → Rank 20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537960" y="345643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relevant document slipping down TEN positions costs only: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6537960" y="39319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−0.05</a:t>
            </a:r>
            <a:endParaRPr lang="en-US" sz="3400" dirty="0"/>
          </a:p>
        </p:txBody>
      </p:sp>
      <p:sp>
        <p:nvSpPr>
          <p:cNvPr id="16" name="Shape 13"/>
          <p:cNvSpPr/>
          <p:nvPr/>
        </p:nvSpPr>
        <p:spPr>
          <a:xfrm>
            <a:off x="457200" y="5120640"/>
            <a:ext cx="11292840" cy="1188720"/>
          </a:xfrm>
          <a:prstGeom prst="roundRect">
            <a:avLst>
              <a:gd name="adj" fmla="val 6154"/>
            </a:avLst>
          </a:prstGeom>
          <a:solidFill>
            <a:srgbClr val="FDEAE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31520" y="5276088"/>
            <a:ext cx="10744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one-rank slip at the very top costs 10x more than a ten-rank slip further down.  </a:t>
            </a:r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massively over-weights whatever happens in the top 2–3 ranks and is nearly blind to differences among results that were “found somewhat late.” A system's real quality can move a lot in the tail of the ranking without MRR registering it at all.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WHERE IT FAILS  —  FAILURE 4 OF 4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Average Can Hide Hit-or-Miss vs. Reliably Okay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07008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real Baseline system vs. a hypothetical “System D” — both average to the same MRR: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12471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965960"/>
                <a:gridCol w="1965960"/>
                <a:gridCol w="1965960"/>
                <a:gridCol w="224028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(real)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RR = 1.0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RR = 0.5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RR = 0.0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“System D” (hypothetical)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RR = 0.5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RR = 0.5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RR = 0.5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703320"/>
            <a:ext cx="548640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31520" y="38404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Baseline's profile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4187952"/>
            <a:ext cx="49377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Query 1: perfect, first try (1.0)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Query 2: pretty good (0.5)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Query 3: complete failure (0.0)
</a:t>
            </a:r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Hit-or-miss: excellent on some queries, useless on others.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44068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537960" y="38404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D's profile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537960" y="4187952"/>
            <a:ext cx="49377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Query 1: okay, second try (0.5)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Query 2: okay, second try (0.5)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Query 3: okay, second try (0.5)
</a:t>
            </a:r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Consistent: never great, never a total failure.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6263640"/>
            <a:ext cx="11292840" cy="502920"/>
          </a:xfrm>
          <a:prstGeom prst="roundRect">
            <a:avLst>
              <a:gd name="adj" fmla="val 14545"/>
            </a:avLst>
          </a:prstGeom>
          <a:solidFill>
            <a:srgbClr val="FDEAE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40080" y="63093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MRR = 0.5, opposite failure profiles — for a customer-facing chatbot, a total failure 1/3 of the time is usually far worse than being mediocre every time.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HOW TO IMPROVE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Systems, Same Queries — What Changed?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= plain embedding similarity.  Improved = hybrid (BM25 + vector) search + a cross-encoder reranker.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548640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175564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2: “set up 2FA”</a:t>
            </a:r>
            <a:endParaRPr lang="en-US" sz="13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103120"/>
          <a:ext cx="49377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011680"/>
                <a:gridCol w="20116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KB305 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KB201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KB201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KB210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KB210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KB410 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731520" y="425196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RR: 0.5 → 1.0.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reranker recognized KB201 as the strongest match and promoted it from rank 2 to rank 1 — the first hit now comes immediately.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63640" y="1600200"/>
            <a:ext cx="544068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537960" y="175564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3: “change my email”</a:t>
            </a:r>
            <a:endParaRPr lang="en-US" sz="135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2103120"/>
          <a:ext cx="49377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011680"/>
                <a:gridCol w="20116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KB101 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KB501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KB102 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KB502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KB103 ✗*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KB410 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0"/>
          <p:cNvSpPr txBox="1"/>
          <p:nvPr/>
        </p:nvSpPr>
        <p:spPr>
          <a:xfrm>
            <a:off x="6537960" y="425196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RR: 0.0 → 1.0.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never found a relevant doc at all. Hybrid search's keyword layer matched KB501 immediately at rank 1 — the largest possible RR gain.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" y="53492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let's put numbers on exactly how much this improved MRR overall.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HOW TO IMPROVE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MRR — Before vs. After, All 3 Queries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7680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280160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RR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Improved RR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— reset 2FA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1/1 = 1.00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1/1 = 1.00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592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 — set up 2FA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1/2 = 0.50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1/1 = 1.00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 — change email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(not found)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1/1 = 1.00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366760" y="1554480"/>
            <a:ext cx="3383280" cy="4023360"/>
          </a:xfrm>
          <a:prstGeom prst="roundRect">
            <a:avLst>
              <a:gd name="adj" fmla="val 2162"/>
            </a:avLst>
          </a:prstGeom>
          <a:solidFill>
            <a:srgbClr val="223A5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41080" y="17190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8641080" y="2057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641080" y="23317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9C6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0.50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8641080" y="2971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8641080" y="3337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41080" y="36118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</a:t>
            </a:r>
            <a:endParaRPr lang="en-US" sz="3800" dirty="0"/>
          </a:p>
        </p:txBody>
      </p:sp>
      <p:sp>
        <p:nvSpPr>
          <p:cNvPr id="14" name="Text 11"/>
          <p:cNvSpPr txBox="1"/>
          <p:nvPr/>
        </p:nvSpPr>
        <p:spPr>
          <a:xfrm>
            <a:off x="8641080" y="4343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+0.50 absolute  —  a 100% relative increase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57200" y="5623560"/>
            <a:ext cx="11292840" cy="822960"/>
          </a:xfrm>
          <a:prstGeom prst="roundRect">
            <a:avLst>
              <a:gd name="adj" fmla="val 8889"/>
            </a:avLst>
          </a:prstGeom>
          <a:solidFill>
            <a:srgbClr val="E4F6E9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31520" y="5760720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doubled, from 0.5 to a perfect 1.0. Query 3 contributed the single largest gain (a full +1.00, going from total failure to a first-rank hit), Query 2 improved substantially, and Query 1 was already perfect — more on that ceiling next.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HOW TO IMPROVE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Technique Fixed What?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657600" cy="2651760"/>
          </a:xfrm>
          <a:prstGeom prst="roundRect">
            <a:avLst>
              <a:gd name="adj" fmla="val 2759"/>
            </a:avLst>
          </a:prstGeom>
          <a:solidFill>
            <a:srgbClr val="E4F6E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153619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reranking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084832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6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Query 2: recognized the strongest match and pulled it from rank 2 to rank 1, a +0.50 RR gain.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685800" y="3566160"/>
            <a:ext cx="3200400" cy="0"/>
          </a:xfrm>
          <a:prstGeom prst="line">
            <a:avLst/>
          </a:prstGeom>
          <a:noFill/>
          <a:ln w="12700">
            <a:solidFill>
              <a:srgbClr val="C9E5D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657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0.50 → 1.00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97680" y="1371600"/>
            <a:ext cx="3657600" cy="2651760"/>
          </a:xfrm>
          <a:prstGeom prst="roundRect">
            <a:avLst>
              <a:gd name="adj" fmla="val 2759"/>
            </a:avLst>
          </a:prstGeom>
          <a:solidFill>
            <a:srgbClr val="E4F6E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26280" y="153619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 (BM25 + vector)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084832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6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Query 3's total failure: matched “email address” lexically at rank 1 where embeddings alone found nothing relevant at all.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4526280" y="3566160"/>
            <a:ext cx="3200400" cy="0"/>
          </a:xfrm>
          <a:prstGeom prst="line">
            <a:avLst/>
          </a:prstGeom>
          <a:noFill/>
          <a:ln w="12700">
            <a:solidFill>
              <a:srgbClr val="C9E5D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26280" y="3657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0.00 → 1.00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38160" y="1371600"/>
            <a:ext cx="3657600" cy="2651760"/>
          </a:xfrm>
          <a:prstGeom prst="roundRect">
            <a:avLst>
              <a:gd name="adj" fmla="val 2759"/>
            </a:avLst>
          </a:prstGeom>
          <a:solidFill>
            <a:srgbClr val="E4F6E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66760" y="153619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rewriting / intent matching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2084832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6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complementary technique for pushing an already-decent first hit (rank 2–3) up to rank 1 by better matching literal query phrasing.</a:t>
            </a:r>
            <a:endParaRPr lang="en-US" sz="1060" dirty="0"/>
          </a:p>
        </p:txBody>
      </p:sp>
      <p:sp>
        <p:nvSpPr>
          <p:cNvPr id="19" name="Shape 17"/>
          <p:cNvSpPr/>
          <p:nvPr/>
        </p:nvSpPr>
        <p:spPr>
          <a:xfrm>
            <a:off x="8366760" y="3566160"/>
            <a:ext cx="3200400" cy="0"/>
          </a:xfrm>
          <a:prstGeom prst="line">
            <a:avLst/>
          </a:prstGeom>
          <a:noFill/>
          <a:ln w="12700">
            <a:solidFill>
              <a:srgbClr val="C9E5D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66760" y="3657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(same lever as reranking)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4343400"/>
            <a:ext cx="11292840" cy="1737360"/>
          </a:xfrm>
          <a:prstGeom prst="roundRect">
            <a:avLst>
              <a:gd name="adj" fmla="val 4211"/>
            </a:avLst>
          </a:prstGeom>
          <a:solidFill>
            <a:srgbClr val="FDF3E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4498848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important caveat: Query 1 hit a ceiling — no technique could improve it further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846320"/>
            <a:ext cx="10744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30" dirty="0">
                <a:solidFill>
                  <a:srgbClr val="8A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1's first relevant doc was already at rank 1 under the Baseline (RR = 1.0, the maximum possible score). The Improved system's reranker actually made the </a:t>
            </a:r>
            <a:pPr indent="0" marL="0">
              <a:lnSpc>
                <a:spcPct val="130000"/>
              </a:lnSpc>
              <a:buNone/>
            </a:pPr>
            <a:r>
              <a:rPr lang="en-US" sz="1230" b="1" i="1" dirty="0">
                <a:solidFill>
                  <a:srgbClr val="8A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pPr indent="0" marL="0">
              <a:lnSpc>
                <a:spcPct val="130000"/>
              </a:lnSpc>
              <a:buNone/>
            </a:pPr>
            <a:r>
              <a:rPr lang="en-US" sz="1230" dirty="0">
                <a:solidFill>
                  <a:srgbClr val="8A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ranking meaningfully better (Recall@5 went from 0.75 to 1.00, per the Recall@K deck) — but MRR was already maxed out and couldn't register any of that. </a:t>
            </a:r>
            <a:pPr indent="0" marL="0">
              <a:lnSpc>
                <a:spcPct val="130000"/>
              </a:lnSpc>
              <a:buNone/>
            </a:pPr>
            <a:r>
              <a:rPr lang="en-US" sz="1230" b="1" dirty="0">
                <a:solidFill>
                  <a:srgbClr val="8A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RR = 1.0, only Precision, Recall, or NDCG can tell you whether a system kept improving.</a:t>
            </a:r>
            <a:endParaRPr lang="en-US" sz="123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NOTES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MRR — What To Remember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223A5E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801368"/>
            <a:ext cx="347472" cy="347472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801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655064"/>
            <a:ext cx="10104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8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answers “how fast did we find the first relevant thing,” never “how much did we find” — it's the sharpest metric for single-answer lookups, and the wrong one for exhaustive queries.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223A5E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642616"/>
            <a:ext cx="347472" cy="347472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6426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496312"/>
            <a:ext cx="10104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8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ignores everything after the first hit — a system that finds 1 of 4 relevant docs at rank 1 scores identically to one that finds all 4 by rank 5.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548640" y="3282696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223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3483864"/>
            <a:ext cx="347472" cy="347472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4838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337560"/>
            <a:ext cx="10104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8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reciprocal curve is brutally nonlinear — a 1-rank slip near the top costs far more than a 10-rank slip further down.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548640" y="4123944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223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" y="4325112"/>
            <a:ext cx="347472" cy="347472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4325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4178808"/>
            <a:ext cx="10104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8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Averaging hides reliability — the same MRR can mean “excellent on most queries, useless on a few” or “mediocre but consistent everywhere.” Always look at the per-query RR distribution, not just the mean.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>
            <a:off x="548640" y="4965192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223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5166360"/>
            <a:ext cx="347472" cy="347472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5166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325880" y="5020056"/>
            <a:ext cx="10104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8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dataset, reranking and hybrid search both delivered their full value by moving a first hit closer to (or into) rank 1 — but Query 1 had already hit the ceiling (RR = 1.0), so its real quality gains were invisible here.</a:t>
            </a:r>
            <a:endParaRPr lang="en-US" sz="1180" dirty="0"/>
          </a:p>
        </p:txBody>
      </p:sp>
      <p:sp>
        <p:nvSpPr>
          <p:cNvPr id="25" name="Shape 23"/>
          <p:cNvSpPr/>
          <p:nvPr/>
        </p:nvSpPr>
        <p:spPr>
          <a:xfrm>
            <a:off x="548640" y="580644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223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777240" y="6007608"/>
            <a:ext cx="347472" cy="347472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77240" y="6007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5861304"/>
            <a:ext cx="10104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8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use MRR when the user only needs one good answer fast (FAQ bots, voice assistants); pair it with Recall@K or NDCG@K whenever completeness or graded quality also matters.</a:t>
            </a:r>
            <a:endParaRPr lang="en-US" sz="1180" dirty="0"/>
          </a:p>
        </p:txBody>
      </p:sp>
      <p:sp>
        <p:nvSpPr>
          <p:cNvPr id="29" name="Text 27"/>
          <p:cNvSpPr txBox="1"/>
          <p:nvPr/>
        </p:nvSpPr>
        <p:spPr>
          <a:xfrm>
            <a:off x="11292840" y="651967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2026-09-23T10:30:22Z</dcterms:created>
  <dcterms:modified xsi:type="dcterms:W3CDTF">2026-09-23T10:30:22Z</dcterms:modified>
</cp:coreProperties>
</file>